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7" r:id="rId7"/>
    <p:sldMasterId id="2147483669" r:id="rId8"/>
    <p:sldMasterId id="2147483695" r:id="rId9"/>
  </p:sldMasterIdLst>
  <p:notesMasterIdLst>
    <p:notesMasterId r:id="rId15"/>
  </p:notesMasterIdLst>
  <p:sldIdLst>
    <p:sldId id="2147349269" r:id="rId10"/>
    <p:sldId id="2147349556" r:id="rId11"/>
    <p:sldId id="2147349568" r:id="rId12"/>
    <p:sldId id="2147349569" r:id="rId13"/>
    <p:sldId id="2147349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920"/>
    <a:srgbClr val="004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976B4-D730-4D1B-8876-E25462CEE805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3F933-6DE5-4A5E-AC23-202675104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4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image" Target="../media/image2.png"/><Relationship Id="rId16" Type="http://schemas.openxmlformats.org/officeDocument/2006/relationships/image" Target="../media/image2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8.png"/><Relationship Id="rId11" Type="http://schemas.openxmlformats.org/officeDocument/2006/relationships/image" Target="../media/image4.svg"/><Relationship Id="rId5" Type="http://schemas.openxmlformats.org/officeDocument/2006/relationships/image" Target="../media/image17.png"/><Relationship Id="rId15" Type="http://schemas.openxmlformats.org/officeDocument/2006/relationships/image" Target="../media/image25.svg"/><Relationship Id="rId10" Type="http://schemas.openxmlformats.org/officeDocument/2006/relationships/image" Target="../media/image3.png"/><Relationship Id="rId19" Type="http://schemas.openxmlformats.org/officeDocument/2006/relationships/image" Target="../media/image29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sign&#10;&#10;Description automatically generated">
            <a:extLst>
              <a:ext uri="{FF2B5EF4-FFF2-40B4-BE49-F238E27FC236}">
                <a16:creationId xmlns:a16="http://schemas.microsoft.com/office/drawing/2014/main" id="{598150A0-C93B-4832-A7CE-1994CD9BA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1" y="1546226"/>
            <a:ext cx="5558880" cy="3766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05C05-9AAF-5392-AFD4-788D836C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3022600"/>
            <a:ext cx="5492750" cy="173037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54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78984-344C-C483-4057-C9135C503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5135563"/>
            <a:ext cx="10515600" cy="558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E0490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5A29EE-CC47-56C3-78C0-E330A96A4A0A}"/>
              </a:ext>
            </a:extLst>
          </p:cNvPr>
          <p:cNvGrpSpPr/>
          <p:nvPr userDrawn="1"/>
        </p:nvGrpSpPr>
        <p:grpSpPr>
          <a:xfrm>
            <a:off x="784091" y="406808"/>
            <a:ext cx="5311909" cy="1269053"/>
            <a:chOff x="784091" y="406808"/>
            <a:chExt cx="5311909" cy="12690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44064E-1E6E-B1BE-D9E8-155F4A9E9A4D}"/>
                </a:ext>
              </a:extLst>
            </p:cNvPr>
            <p:cNvSpPr txBox="1"/>
            <p:nvPr/>
          </p:nvSpPr>
          <p:spPr>
            <a:xfrm>
              <a:off x="1450366" y="1306529"/>
              <a:ext cx="4472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800" i="1" spc="100" baseline="0">
                  <a:solidFill>
                    <a:srgbClr val="002060"/>
                  </a:solidFill>
                  <a:latin typeface="Poppins SemiBold" panose="00000700000000000000" pitchFamily="50" charset="0"/>
                  <a:ea typeface="Poppins"/>
                  <a:cs typeface="Poppins SemiBold" panose="00000700000000000000" pitchFamily="50" charset="0"/>
                  <a:sym typeface="Poppins"/>
                </a:rPr>
                <a:t>Accelerating Data to Actions</a:t>
              </a:r>
              <a:endParaRPr lang="en-US" sz="1800" i="1" spc="100" baseline="0">
                <a:solidFill>
                  <a:srgbClr val="0020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FF02E74-A4C8-B3C2-2150-65A9A1BBDA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4091" y="406808"/>
              <a:ext cx="5311909" cy="7568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547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AFFB2F-334B-DC61-280A-B1E6A28F2B32}"/>
              </a:ext>
            </a:extLst>
          </p:cNvPr>
          <p:cNvCxnSpPr>
            <a:cxnSpLocks/>
          </p:cNvCxnSpPr>
          <p:nvPr userDrawn="1"/>
        </p:nvCxnSpPr>
        <p:spPr>
          <a:xfrm>
            <a:off x="178101" y="800100"/>
            <a:ext cx="11835799" cy="0"/>
          </a:xfrm>
          <a:prstGeom prst="line">
            <a:avLst/>
          </a:prstGeom>
          <a:ln>
            <a:solidFill>
              <a:srgbClr val="F17351"/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7D178-074E-BE3D-4376-E7CB0D8C53AD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14E88E-4567-835F-C350-3B7EA1C0FB56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66316D-AEF6-366F-1EA4-73A0E5B78A76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98D24A-0D1F-8690-9242-E762A98A08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1442" y="1144000"/>
            <a:ext cx="7686675" cy="5410200"/>
          </a:xfrm>
          <a:prstGeom prst="rect">
            <a:avLst/>
          </a:prstGeom>
        </p:spPr>
        <p:txBody>
          <a:bodyPr/>
          <a:lstStyle>
            <a:lvl1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2pPr>
            <a:lvl3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3pPr>
            <a:lvl4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4pPr>
            <a:lvl5pPr>
              <a:defRPr sz="1200" kern="100" spc="100" baseline="0">
                <a:latin typeface="Poppins" panose="00000500000000000000" pitchFamily="50" charset="0"/>
                <a:cs typeface="Poppins" panose="00000500000000000000" pitchFamily="50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E98D3D8C-4632-DDBA-B562-9B56B95B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01" y="212223"/>
            <a:ext cx="912525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982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CB301095-AC08-E681-9F4F-A09FEDCC1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098" y="2951223"/>
            <a:ext cx="5217527" cy="3535302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3D1D106-C092-6648-A9B8-944A4FEC0B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75" y="1038225"/>
            <a:ext cx="11525250" cy="54483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200" kern="1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4F79588-3787-46D8-67C8-C17C47A625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401" y="212223"/>
            <a:ext cx="912525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95249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2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1850FAD-EA78-E6BC-1B8A-87BC6D83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4534425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pc="1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5E177-BA78-9F2E-4C5D-AD2881CEAA7D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58EA9-1746-C6DC-C477-C2956F9A2DE6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96A35-29F8-6811-7EE9-825905EEF9A4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4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standing in a room&#10;&#10;Description automatically generated">
            <a:extLst>
              <a:ext uri="{FF2B5EF4-FFF2-40B4-BE49-F238E27FC236}">
                <a16:creationId xmlns:a16="http://schemas.microsoft.com/office/drawing/2014/main" id="{4EC5E018-104F-42D6-A896-75C9CBFD1C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62500" y="2543175"/>
            <a:ext cx="2667000" cy="1771650"/>
          </a:xfrm>
          <a:prstGeom prst="rect">
            <a:avLst/>
          </a:prstGeom>
        </p:spPr>
      </p:pic>
      <p:pic>
        <p:nvPicPr>
          <p:cNvPr id="10" name="Picture 9" descr="Twisting road thorugh hills and a valley at sunset">
            <a:extLst>
              <a:ext uri="{FF2B5EF4-FFF2-40B4-BE49-F238E27FC236}">
                <a16:creationId xmlns:a16="http://schemas.microsoft.com/office/drawing/2014/main" id="{28404589-AD70-448E-B0BC-8D5886D31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625" r="16843"/>
          <a:stretch/>
        </p:blipFill>
        <p:spPr>
          <a:xfrm>
            <a:off x="-1" y="0"/>
            <a:ext cx="12192002" cy="48406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465C0A-995A-4838-B863-8883251EBC0E}"/>
              </a:ext>
            </a:extLst>
          </p:cNvPr>
          <p:cNvSpPr/>
          <p:nvPr userDrawn="1"/>
        </p:nvSpPr>
        <p:spPr>
          <a:xfrm>
            <a:off x="-1" y="1502"/>
            <a:ext cx="12192000" cy="4839182"/>
          </a:xfrm>
          <a:prstGeom prst="rect">
            <a:avLst/>
          </a:prstGeom>
          <a:solidFill>
            <a:schemeClr val="tx2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cap="small" baseline="0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C2D745A2-C4B3-422F-99F0-E5F63398C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375" r="3290" b="2931"/>
          <a:stretch/>
        </p:blipFill>
        <p:spPr>
          <a:xfrm>
            <a:off x="0" y="4935036"/>
            <a:ext cx="1851919" cy="1821364"/>
          </a:xfrm>
          <a:prstGeom prst="rect">
            <a:avLst/>
          </a:prstGeom>
        </p:spPr>
      </p:pic>
      <p:sp>
        <p:nvSpPr>
          <p:cNvPr id="89" name="Subtitle 2">
            <a:extLst>
              <a:ext uri="{FF2B5EF4-FFF2-40B4-BE49-F238E27FC236}">
                <a16:creationId xmlns:a16="http://schemas.microsoft.com/office/drawing/2014/main" id="{846C184D-E59B-4EF6-8593-BD06CA5A7BD4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99901" y="6071541"/>
            <a:ext cx="7920361" cy="505393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  <a:endParaRPr lang="en-GB"/>
          </a:p>
        </p:txBody>
      </p:sp>
      <p:sp>
        <p:nvSpPr>
          <p:cNvPr id="88" name="Title 1">
            <a:extLst>
              <a:ext uri="{FF2B5EF4-FFF2-40B4-BE49-F238E27FC236}">
                <a16:creationId xmlns:a16="http://schemas.microsoft.com/office/drawing/2014/main" id="{67C29DF4-9A21-4100-ADFF-1C984404FDBD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2379339" y="5223656"/>
            <a:ext cx="9241161" cy="101350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6600" b="0">
                <a:solidFill>
                  <a:schemeClr val="tx2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58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;p34" title="left edge border">
            <a:extLst>
              <a:ext uri="{FF2B5EF4-FFF2-40B4-BE49-F238E27FC236}">
                <a16:creationId xmlns:a16="http://schemas.microsoft.com/office/drawing/2014/main" id="{360AF684-BF6F-CA35-81B1-1D6A72614CDF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E968A429-1BC1-ACBA-C274-02FFD58B422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292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7827" y="1495514"/>
            <a:ext cx="6289706" cy="4536846"/>
          </a:xfrm>
          <a:solidFill>
            <a:schemeClr val="bg1">
              <a:lumMod val="95000"/>
            </a:schemeClr>
          </a:solidFill>
          <a:effectLst/>
        </p:spPr>
        <p:txBody>
          <a:bodyPr lIns="252000" tIns="252000" rIns="252000" bIns="252000" anchor="ctr"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2D4EEFC-B789-4460-B511-754320127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7827" y="6142682"/>
            <a:ext cx="615298" cy="611569"/>
          </a:xfrm>
          <a:prstGeom prst="rect">
            <a:avLst/>
          </a:prstGeom>
        </p:spPr>
      </p:pic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09F51EF3-145E-6E7C-F3E4-49E497194D87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70060944-9554-71A2-E81F-D94024B2E75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3346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9980" y="1158972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69980" y="2945853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9980" y="4732734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5643497" y="1160424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5643497" y="2947305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5643497" y="4732734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E635A841-1AA1-A6A9-F83D-770E691628F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623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8972" y="1227337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8972" y="3014218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 marL="457200" indent="0">
              <a:buNone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972" y="4801099"/>
            <a:ext cx="5761607" cy="156025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272489" y="1228789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272489" y="3015670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272489" y="4801099"/>
            <a:ext cx="435005" cy="15588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27B5AE0E-F582-5764-5538-8BC165B1E405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22301DDC-B272-4B0E-CCC4-6E5232A3F93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660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Individual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DE79-237A-4CA1-8C88-AC659EA52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8972" y="1124785"/>
            <a:ext cx="5761607" cy="1378323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FFE88C2-7C2D-4192-A3C6-99713ED56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8972" y="2732200"/>
            <a:ext cx="5761607" cy="1378323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8202B1-7052-484B-B848-38F9326E66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972" y="4341262"/>
            <a:ext cx="5761607" cy="1823532"/>
          </a:xfr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>
            <a:normAutofit/>
          </a:bodyPr>
          <a:lstStyle>
            <a:lvl1pPr>
              <a:spcBef>
                <a:spcPts val="600"/>
              </a:spcBef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5211A-A67B-45C7-BF51-6A590B2A17E2}"/>
              </a:ext>
            </a:extLst>
          </p:cNvPr>
          <p:cNvSpPr/>
          <p:nvPr userDrawn="1"/>
        </p:nvSpPr>
        <p:spPr>
          <a:xfrm>
            <a:off x="272489" y="1126237"/>
            <a:ext cx="435005" cy="13770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3A068-D7A1-4189-8B81-7D8E638886C9}"/>
              </a:ext>
            </a:extLst>
          </p:cNvPr>
          <p:cNvSpPr/>
          <p:nvPr userDrawn="1"/>
        </p:nvSpPr>
        <p:spPr>
          <a:xfrm>
            <a:off x="272489" y="2733652"/>
            <a:ext cx="435005" cy="13770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Our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3BB6C6-CF1D-4D4B-9453-C20599B2474A}"/>
              </a:ext>
            </a:extLst>
          </p:cNvPr>
          <p:cNvSpPr/>
          <p:nvPr userDrawn="1"/>
        </p:nvSpPr>
        <p:spPr>
          <a:xfrm>
            <a:off x="272489" y="4341506"/>
            <a:ext cx="435005" cy="182183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sz="1400" b="1">
                <a:latin typeface="Century Gothic" panose="020B0502020202020204" pitchFamily="34" charset="0"/>
              </a:rPr>
              <a:t>Your Outcomes</a:t>
            </a:r>
          </a:p>
        </p:txBody>
      </p:sp>
      <p:sp>
        <p:nvSpPr>
          <p:cNvPr id="2" name="Google Shape;20;p34" title="left edge border">
            <a:extLst>
              <a:ext uri="{FF2B5EF4-FFF2-40B4-BE49-F238E27FC236}">
                <a16:creationId xmlns:a16="http://schemas.microsoft.com/office/drawing/2014/main" id="{8C0A32E5-B343-9E01-CFB0-AD970C587EE1}"/>
              </a:ext>
            </a:extLst>
          </p:cNvPr>
          <p:cNvSpPr/>
          <p:nvPr userDrawn="1"/>
        </p:nvSpPr>
        <p:spPr>
          <a:xfrm rot="5400000">
            <a:off x="5556358" y="-5050431"/>
            <a:ext cx="638610" cy="11236623"/>
          </a:xfrm>
          <a:prstGeom prst="rect">
            <a:avLst/>
          </a:prstGeom>
          <a:gradFill>
            <a:gsLst>
              <a:gs pos="0">
                <a:schemeClr val="accent2"/>
              </a:gs>
              <a:gs pos="49000">
                <a:schemeClr val="accent1"/>
              </a:gs>
              <a:gs pos="91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22;p34" descr="A close up of a logo&#10;&#10;Description automatically generated">
            <a:extLst>
              <a:ext uri="{FF2B5EF4-FFF2-40B4-BE49-F238E27FC236}">
                <a16:creationId xmlns:a16="http://schemas.microsoft.com/office/drawing/2014/main" id="{B1670BE0-9271-963B-85A7-BE913CC4C08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32075" y="262096"/>
            <a:ext cx="615298" cy="611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668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7C11A-DC76-AA93-24A2-AC1B4EC14FDA}"/>
              </a:ext>
            </a:extLst>
          </p:cNvPr>
          <p:cNvSpPr/>
          <p:nvPr userDrawn="1"/>
        </p:nvSpPr>
        <p:spPr>
          <a:xfrm flipV="1">
            <a:off x="94635" y="6757750"/>
            <a:ext cx="3703320" cy="4571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571FC-995A-E65F-4324-2F100FE07E88}"/>
              </a:ext>
            </a:extLst>
          </p:cNvPr>
          <p:cNvSpPr/>
          <p:nvPr userDrawn="1"/>
        </p:nvSpPr>
        <p:spPr>
          <a:xfrm flipV="1">
            <a:off x="7690248" y="6758620"/>
            <a:ext cx="3703320" cy="45719"/>
          </a:xfrm>
          <a:prstGeom prst="rect">
            <a:avLst/>
          </a:prstGeom>
          <a:solidFill>
            <a:srgbClr val="C1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5BF30-9876-B783-0C6C-F51574897A82}"/>
              </a:ext>
            </a:extLst>
          </p:cNvPr>
          <p:cNvSpPr/>
          <p:nvPr userDrawn="1"/>
        </p:nvSpPr>
        <p:spPr>
          <a:xfrm flipV="1">
            <a:off x="3889931" y="6757373"/>
            <a:ext cx="3703320" cy="45719"/>
          </a:xfrm>
          <a:prstGeom prst="rect">
            <a:avLst/>
          </a:prstGeom>
          <a:solidFill>
            <a:srgbClr val="7B8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9603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8BF373-83E5-3817-2F89-F4D1B389B527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06A31-B02A-BE98-CF46-C8A31BECCE07}"/>
              </a:ext>
            </a:extLst>
          </p:cNvPr>
          <p:cNvSpPr/>
          <p:nvPr userDrawn="1"/>
        </p:nvSpPr>
        <p:spPr>
          <a:xfrm flipV="1">
            <a:off x="94635" y="6757750"/>
            <a:ext cx="3703320" cy="4571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724AB-71B8-78E3-CF5F-0C56709EEB8C}"/>
              </a:ext>
            </a:extLst>
          </p:cNvPr>
          <p:cNvSpPr/>
          <p:nvPr userDrawn="1"/>
        </p:nvSpPr>
        <p:spPr>
          <a:xfrm flipV="1">
            <a:off x="7690248" y="6758620"/>
            <a:ext cx="3703320" cy="45719"/>
          </a:xfrm>
          <a:prstGeom prst="rect">
            <a:avLst/>
          </a:prstGeom>
          <a:solidFill>
            <a:srgbClr val="C1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60E1E3-70C1-4694-3FF0-517CC2D453C7}"/>
              </a:ext>
            </a:extLst>
          </p:cNvPr>
          <p:cNvSpPr/>
          <p:nvPr userDrawn="1"/>
        </p:nvSpPr>
        <p:spPr>
          <a:xfrm flipV="1">
            <a:off x="3889931" y="6757373"/>
            <a:ext cx="3703320" cy="45719"/>
          </a:xfrm>
          <a:prstGeom prst="rect">
            <a:avLst/>
          </a:prstGeom>
          <a:solidFill>
            <a:srgbClr val="7B8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66440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close up of a sign&#10;&#10;Description automatically generated">
            <a:extLst>
              <a:ext uri="{FF2B5EF4-FFF2-40B4-BE49-F238E27FC236}">
                <a16:creationId xmlns:a16="http://schemas.microsoft.com/office/drawing/2014/main" id="{3E5FD762-46D4-677E-96E6-A8D02450E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1" y="1546226"/>
            <a:ext cx="5558880" cy="37665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05C05-9AAF-5392-AFD4-788D836C6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62" y="2738716"/>
            <a:ext cx="5492750" cy="94663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4500">
                <a:solidFill>
                  <a:srgbClr val="002060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EA3CEE-85DC-B367-8164-5CC741BA036E}"/>
              </a:ext>
            </a:extLst>
          </p:cNvPr>
          <p:cNvGrpSpPr/>
          <p:nvPr userDrawn="1"/>
        </p:nvGrpSpPr>
        <p:grpSpPr>
          <a:xfrm>
            <a:off x="534062" y="6005961"/>
            <a:ext cx="1157393" cy="361803"/>
            <a:chOff x="8134389" y="5753870"/>
            <a:chExt cx="1698608" cy="5309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3C0C0C-6E6A-C3E1-ACDC-7C18D7D7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0786" y="5753870"/>
              <a:ext cx="524044" cy="52404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02AFDE-EB79-294A-5660-AB3ECC469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4389" y="5754973"/>
              <a:ext cx="522941" cy="5229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6F917B-F04A-2F0E-AB08-B07F695DA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08953" y="5760814"/>
              <a:ext cx="524044" cy="52404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8CAD43C-0C84-237A-2462-95BAC619D568}"/>
              </a:ext>
            </a:extLst>
          </p:cNvPr>
          <p:cNvGrpSpPr/>
          <p:nvPr userDrawn="1"/>
        </p:nvGrpSpPr>
        <p:grpSpPr>
          <a:xfrm>
            <a:off x="534062" y="3967666"/>
            <a:ext cx="5900027" cy="341878"/>
            <a:chOff x="2864592" y="3634463"/>
            <a:chExt cx="5900027" cy="341878"/>
          </a:xfrm>
        </p:grpSpPr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6AB08A33-33A7-768F-753A-06EDCD13A4F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191440" y="3659205"/>
              <a:ext cx="2545049" cy="292394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002060"/>
                  </a:solidFill>
                </a:rPr>
                <a:t>engage@exponentia.ai</a:t>
              </a: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86F01CCD-BB01-3B94-B0E9-5A1FD7E371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219570" y="3659205"/>
              <a:ext cx="2545049" cy="292394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002060"/>
                  </a:solidFill>
                </a:rPr>
                <a:t>www.exponentia.ai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45E4EE4-9A17-F71C-9F1E-659A0D6B15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64592" y="3660146"/>
              <a:ext cx="348616" cy="29051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BA1C6ED-414D-291E-BC3A-C85C2CEC2E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08303" y="3634463"/>
              <a:ext cx="341878" cy="341878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AF936AB-93BC-1468-6168-D8FA9FE266EB}"/>
              </a:ext>
            </a:extLst>
          </p:cNvPr>
          <p:cNvGrpSpPr/>
          <p:nvPr userDrawn="1"/>
        </p:nvGrpSpPr>
        <p:grpSpPr>
          <a:xfrm>
            <a:off x="784091" y="406808"/>
            <a:ext cx="5311909" cy="1269053"/>
            <a:chOff x="784091" y="406808"/>
            <a:chExt cx="5311909" cy="126905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684D4F-F65E-F128-D788-BAF084D3264A}"/>
                </a:ext>
              </a:extLst>
            </p:cNvPr>
            <p:cNvSpPr txBox="1"/>
            <p:nvPr/>
          </p:nvSpPr>
          <p:spPr>
            <a:xfrm>
              <a:off x="1450366" y="1306529"/>
              <a:ext cx="4472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800" i="1" spc="100" baseline="0">
                  <a:solidFill>
                    <a:srgbClr val="002060"/>
                  </a:solidFill>
                  <a:latin typeface="Poppins SemiBold" panose="00000700000000000000" pitchFamily="50" charset="0"/>
                  <a:ea typeface="Poppins"/>
                  <a:cs typeface="Poppins SemiBold" panose="00000700000000000000" pitchFamily="50" charset="0"/>
                  <a:sym typeface="Poppins"/>
                </a:rPr>
                <a:t>Accelerating Data to Actions</a:t>
              </a:r>
              <a:endParaRPr lang="en-US" sz="1800" i="1" spc="100" baseline="0">
                <a:solidFill>
                  <a:srgbClr val="002060"/>
                </a:solidFill>
                <a:latin typeface="Poppins SemiBold" panose="00000700000000000000" pitchFamily="50" charset="0"/>
                <a:cs typeface="Poppins SemiBold" panose="00000700000000000000" pitchFamily="50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B02DB3C-EB6D-7656-FB64-BA9AF80C3F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4091" y="406808"/>
              <a:ext cx="5311909" cy="75683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5C81AC-AC1D-3900-7861-CDC32BBD20C7}"/>
              </a:ext>
            </a:extLst>
          </p:cNvPr>
          <p:cNvGrpSpPr/>
          <p:nvPr userDrawn="1"/>
        </p:nvGrpSpPr>
        <p:grpSpPr>
          <a:xfrm>
            <a:off x="528547" y="4577224"/>
            <a:ext cx="4043933" cy="1123382"/>
            <a:chOff x="528547" y="4501024"/>
            <a:chExt cx="4043933" cy="1123382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74AAC53A-6730-BBA9-7072-2C827F226A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97229" y="4549242"/>
              <a:ext cx="585897" cy="666157"/>
            </a:xfrm>
            <a:prstGeom prst="rect">
              <a:avLst/>
            </a:prstGeom>
          </p:spPr>
        </p:pic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24CD5B5A-0077-C7FA-25FE-5F34885364B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28547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UK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3605DC3-8828-4382-E601-99D7C2DFBE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631654" y="4653580"/>
              <a:ext cx="585897" cy="561819"/>
            </a:xfrm>
            <a:prstGeom prst="rect">
              <a:avLst/>
            </a:prstGeom>
          </p:spPr>
        </p:pic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C112FB81-431E-FE6D-A26C-42B561C7FF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305959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INDIA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71BFA85-96D5-5619-FE03-D04287305C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638651" y="4653580"/>
              <a:ext cx="585897" cy="561819"/>
            </a:xfrm>
            <a:prstGeom prst="rect">
              <a:avLst/>
            </a:prstGeom>
          </p:spPr>
        </p:pic>
        <p:sp>
          <p:nvSpPr>
            <p:cNvPr id="22" name="Text Placeholder 3">
              <a:extLst>
                <a:ext uri="{FF2B5EF4-FFF2-40B4-BE49-F238E27FC236}">
                  <a16:creationId xmlns:a16="http://schemas.microsoft.com/office/drawing/2014/main" id="{4D1828E1-8882-DADD-63A3-9E5697550B0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90719" y="5378028"/>
              <a:ext cx="128176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SINGAPORE</a:t>
              </a:r>
            </a:p>
          </p:txBody>
        </p:sp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CF479B5A-C590-D71D-4B5F-3040704DFDB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32830" y="5378028"/>
              <a:ext cx="1112231" cy="246378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00" spc="100" baseline="0">
                  <a:solidFill>
                    <a:schemeClr val="bg1"/>
                  </a:solidFill>
                  <a:latin typeface="Poppins SemiBold" panose="00000700000000000000" pitchFamily="50" charset="0"/>
                  <a:ea typeface="+mn-ea"/>
                  <a:cs typeface="Poppins SemiBold" panose="00000700000000000000" pitchFamily="50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solidFill>
                    <a:srgbClr val="DE4D26"/>
                  </a:solidFill>
                </a:rPr>
                <a:t>US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5C55F3A5-1C59-BAA7-E56A-3A4D221660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734459" y="4501024"/>
              <a:ext cx="571500" cy="714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21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4.svg"/><Relationship Id="rId5" Type="http://schemas.microsoft.com/office/2007/relationships/hdphoto" Target="../media/hdphoto1.wdp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E4A116DB-5A1A-F834-ABBB-356A8476DA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8" t="9020" r="23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7AF2CB-A5D7-DFC8-4DD8-03BB2DB8B6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6330">
                <a:schemeClr val="bg1">
                  <a:alpha val="0"/>
                </a:schemeClr>
              </a:gs>
              <a:gs pos="50000">
                <a:srgbClr val="FFFFFF">
                  <a:alpha val="79000"/>
                </a:srgbClr>
              </a:gs>
              <a:gs pos="30000">
                <a:schemeClr val="bg1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00" spc="100" baseline="0">
          <a:solidFill>
            <a:schemeClr val="bg1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00" spc="100" baseline="0">
          <a:solidFill>
            <a:schemeClr val="bg1"/>
          </a:solidFill>
          <a:latin typeface="Poppins" panose="00000500000000000000" pitchFamily="50" charset="0"/>
          <a:ea typeface="+mn-ea"/>
          <a:cs typeface="Poppins" panose="00000500000000000000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close up of a sign&#10;&#10;Description automatically generated">
            <a:extLst>
              <a:ext uri="{FF2B5EF4-FFF2-40B4-BE49-F238E27FC236}">
                <a16:creationId xmlns:a16="http://schemas.microsoft.com/office/drawing/2014/main" id="{3E0392BA-B6F7-017A-839B-2ED08E2E2A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655" y="2692103"/>
            <a:ext cx="5956717" cy="4036164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470-6116-40FE-9371-56657BCA3991}" type="slidenum">
              <a:rPr kumimoji="0" lang="en-US" sz="800" b="0" i="0" u="none" strike="noStrike" kern="1200" cap="none" spc="10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10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EE187B-B548-0BA5-5F15-D009EA96AA10}"/>
              </a:ext>
            </a:extLst>
          </p:cNvPr>
          <p:cNvCxnSpPr>
            <a:cxnSpLocks/>
          </p:cNvCxnSpPr>
          <p:nvPr userDrawn="1"/>
        </p:nvCxnSpPr>
        <p:spPr>
          <a:xfrm>
            <a:off x="178101" y="800100"/>
            <a:ext cx="11835799" cy="0"/>
          </a:xfrm>
          <a:prstGeom prst="line">
            <a:avLst/>
          </a:prstGeom>
          <a:ln>
            <a:solidFill>
              <a:srgbClr val="F17351"/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3FC155C-E0B2-C27A-3D0D-2F48CA2B0487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D19C34-C7FB-B7DD-E199-03DDC4C555C7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3873D5-79F9-6FD8-C3D9-F0D3AEC8E595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8352901-0497-F9D1-02CA-002AD38209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7933" y="253885"/>
            <a:ext cx="2539051" cy="361759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05E7864-B3C4-9C26-C73B-875EBEF9C2B6}"/>
              </a:ext>
            </a:extLst>
          </p:cNvPr>
          <p:cNvSpPr/>
          <p:nvPr userDrawn="1"/>
        </p:nvSpPr>
        <p:spPr>
          <a:xfrm>
            <a:off x="665297" y="2450745"/>
            <a:ext cx="2728928" cy="264598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60B2BA-BEA3-31C6-CF3B-396D1EF0DA0E}"/>
              </a:ext>
            </a:extLst>
          </p:cNvPr>
          <p:cNvGrpSpPr/>
          <p:nvPr userDrawn="1"/>
        </p:nvGrpSpPr>
        <p:grpSpPr>
          <a:xfrm>
            <a:off x="1459285" y="3220601"/>
            <a:ext cx="1140952" cy="1106275"/>
            <a:chOff x="5562600" y="3255963"/>
            <a:chExt cx="346075" cy="346075"/>
          </a:xfrm>
          <a:solidFill>
            <a:srgbClr val="004F99"/>
          </a:solidFill>
        </p:grpSpPr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D725A03E-7CD0-3BCE-ACB2-847C3B01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286125"/>
              <a:ext cx="346075" cy="315913"/>
            </a:xfrm>
            <a:custGeom>
              <a:avLst/>
              <a:gdLst>
                <a:gd name="T0" fmla="*/ 38 w 218"/>
                <a:gd name="T1" fmla="*/ 0 h 199"/>
                <a:gd name="T2" fmla="*/ 0 w 218"/>
                <a:gd name="T3" fmla="*/ 0 h 199"/>
                <a:gd name="T4" fmla="*/ 0 w 218"/>
                <a:gd name="T5" fmla="*/ 199 h 199"/>
                <a:gd name="T6" fmla="*/ 218 w 218"/>
                <a:gd name="T7" fmla="*/ 199 h 199"/>
                <a:gd name="T8" fmla="*/ 218 w 218"/>
                <a:gd name="T9" fmla="*/ 0 h 199"/>
                <a:gd name="T10" fmla="*/ 180 w 218"/>
                <a:gd name="T1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" h="199">
                  <a:moveTo>
                    <a:pt x="38" y="0"/>
                  </a:moveTo>
                  <a:lnTo>
                    <a:pt x="0" y="0"/>
                  </a:lnTo>
                  <a:lnTo>
                    <a:pt x="0" y="199"/>
                  </a:lnTo>
                  <a:lnTo>
                    <a:pt x="218" y="199"/>
                  </a:lnTo>
                  <a:lnTo>
                    <a:pt x="218" y="0"/>
                  </a:lnTo>
                  <a:lnTo>
                    <a:pt x="180" y="0"/>
                  </a:lnTo>
                </a:path>
              </a:pathLst>
            </a:cu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C86903-F2AE-EA47-078C-85D2BE75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3255963"/>
              <a:ext cx="44450" cy="60325"/>
            </a:xfrm>
            <a:prstGeom prst="rect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96F0629-577F-F693-54BB-B4BA72B7A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3900" y="3255963"/>
              <a:ext cx="44450" cy="60325"/>
            </a:xfrm>
            <a:prstGeom prst="rect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4" name="Line 61">
              <a:extLst>
                <a:ext uri="{FF2B5EF4-FFF2-40B4-BE49-F238E27FC236}">
                  <a16:creationId xmlns:a16="http://schemas.microsoft.com/office/drawing/2014/main" id="{36DE21C9-3B38-DD08-7028-C5942C3F9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7375" y="3286125"/>
              <a:ext cx="136525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5" name="Line 62">
              <a:extLst>
                <a:ext uri="{FF2B5EF4-FFF2-40B4-BE49-F238E27FC236}">
                  <a16:creationId xmlns:a16="http://schemas.microsoft.com/office/drawing/2014/main" id="{C7CF8984-1D94-2891-A88C-70E800205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360738"/>
              <a:ext cx="346075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6" name="Line 63">
              <a:extLst>
                <a:ext uri="{FF2B5EF4-FFF2-40B4-BE49-F238E27FC236}">
                  <a16:creationId xmlns:a16="http://schemas.microsoft.com/office/drawing/2014/main" id="{14501E3F-52EC-25C6-8C29-06D8972D9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3088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7" name="Line 64">
              <a:extLst>
                <a:ext uri="{FF2B5EF4-FFF2-40B4-BE49-F238E27FC236}">
                  <a16:creationId xmlns:a16="http://schemas.microsoft.com/office/drawing/2014/main" id="{E186CB07-7E72-B7F8-57DA-218D511E1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7700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8" name="Line 65">
              <a:extLst>
                <a:ext uri="{FF2B5EF4-FFF2-40B4-BE49-F238E27FC236}">
                  <a16:creationId xmlns:a16="http://schemas.microsoft.com/office/drawing/2014/main" id="{8852F253-E38B-1949-0494-BF65C2D35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3900" y="3390900"/>
              <a:ext cx="0" cy="180975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29" name="Line 66">
              <a:extLst>
                <a:ext uri="{FF2B5EF4-FFF2-40B4-BE49-F238E27FC236}">
                  <a16:creationId xmlns:a16="http://schemas.microsoft.com/office/drawing/2014/main" id="{4B7B2375-D9E1-67FA-F109-5CDECBDBB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421063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30" name="Line 67">
              <a:extLst>
                <a:ext uri="{FF2B5EF4-FFF2-40B4-BE49-F238E27FC236}">
                  <a16:creationId xmlns:a16="http://schemas.microsoft.com/office/drawing/2014/main" id="{0C238EC1-C431-43BF-0481-008B29B2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481388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  <p:sp>
          <p:nvSpPr>
            <p:cNvPr id="31" name="Line 68">
              <a:extLst>
                <a:ext uri="{FF2B5EF4-FFF2-40B4-BE49-F238E27FC236}">
                  <a16:creationId xmlns:a16="http://schemas.microsoft.com/office/drawing/2014/main" id="{88E4F8DC-626E-72EE-E4EA-1F033C6C1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763" y="3541713"/>
              <a:ext cx="285750" cy="0"/>
            </a:xfrm>
            <a:prstGeom prst="line">
              <a:avLst/>
            </a:prstGeom>
            <a:grpFill/>
            <a:ln w="19050" cap="rnd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36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7CAA1-6DE7-5FE4-7C13-4846BABDB66C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FEB5A9-ED74-FEC1-CA2F-EDE599B4086D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AEDDBF-B1BD-B13C-AB3D-1762C38FC4AF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912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3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3497FC-1B22-C042-65D1-24D8B9ECB4E3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8A305B51-AAB3-73F8-39BA-18C5A05CC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78" y="473055"/>
            <a:ext cx="7143445" cy="48402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838571-68BB-E6B5-4CE6-E74A56B5AD7E}"/>
              </a:ext>
            </a:extLst>
          </p:cNvPr>
          <p:cNvSpPr>
            <a:spLocks noChangeAspect="1"/>
          </p:cNvSpPr>
          <p:nvPr userDrawn="1"/>
        </p:nvSpPr>
        <p:spPr>
          <a:xfrm>
            <a:off x="152401" y="190500"/>
            <a:ext cx="3978140" cy="6477000"/>
          </a:xfrm>
          <a:prstGeom prst="rect">
            <a:avLst/>
          </a:prstGeom>
          <a:gradFill>
            <a:gsLst>
              <a:gs pos="100000">
                <a:srgbClr val="2877C7"/>
              </a:gs>
              <a:gs pos="68000">
                <a:srgbClr val="004F99"/>
              </a:gs>
              <a:gs pos="5000">
                <a:srgbClr val="002060"/>
              </a:gs>
            </a:gsLst>
            <a:lin ang="2400000" scaled="0"/>
          </a:gra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4FAADDE3-FCE4-0013-184D-510C0DF933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1" y="3870781"/>
            <a:ext cx="4033784" cy="2733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6A4D716-8ECF-BD26-1E69-FF1CB1E566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294" y="2377976"/>
            <a:ext cx="755101" cy="7551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75A4D52-01B2-8160-177C-47D508804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8910" y="4234047"/>
            <a:ext cx="2197206" cy="219720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14F501-7B56-1C08-0F53-141D7E67E1CB}"/>
              </a:ext>
            </a:extLst>
          </p:cNvPr>
          <p:cNvCxnSpPr>
            <a:cxnSpLocks/>
          </p:cNvCxnSpPr>
          <p:nvPr userDrawn="1"/>
        </p:nvCxnSpPr>
        <p:spPr>
          <a:xfrm>
            <a:off x="4956486" y="4279610"/>
            <a:ext cx="3666814" cy="0"/>
          </a:xfrm>
          <a:prstGeom prst="line">
            <a:avLst/>
          </a:prstGeom>
          <a:ln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AFDF22-D787-51B8-4CA1-FCA47D6C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275" y="3484476"/>
            <a:ext cx="6600759" cy="587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445E8B-F055-14F8-8C5D-671641CDFA52}"/>
              </a:ext>
            </a:extLst>
          </p:cNvPr>
          <p:cNvSpPr/>
          <p:nvPr userDrawn="1"/>
        </p:nvSpPr>
        <p:spPr>
          <a:xfrm>
            <a:off x="178101" y="6750181"/>
            <a:ext cx="3703320" cy="4647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8AE7DC-550C-9814-68EF-A6476A3114C2}"/>
              </a:ext>
            </a:extLst>
          </p:cNvPr>
          <p:cNvSpPr/>
          <p:nvPr userDrawn="1"/>
        </p:nvSpPr>
        <p:spPr>
          <a:xfrm>
            <a:off x="7773714" y="6748440"/>
            <a:ext cx="3703320" cy="48213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755C1C-2881-657A-5E94-7DF1515C1CBF}"/>
              </a:ext>
            </a:extLst>
          </p:cNvPr>
          <p:cNvSpPr/>
          <p:nvPr userDrawn="1"/>
        </p:nvSpPr>
        <p:spPr>
          <a:xfrm>
            <a:off x="3973397" y="6747377"/>
            <a:ext cx="3703320" cy="45719"/>
          </a:xfrm>
          <a:prstGeom prst="rect">
            <a:avLst/>
          </a:prstGeom>
          <a:solidFill>
            <a:srgbClr val="E36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93EC20B-5677-00E3-9E1F-EBB9AA181AD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77933" y="253885"/>
            <a:ext cx="2539051" cy="3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4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800" kern="1200" spc="100" baseline="0">
          <a:solidFill>
            <a:srgbClr val="002060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51DA4-77A1-419F-9FB3-B6E0A447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019F6-2DB4-4B16-81E8-F42854157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E1A90C1-9781-3D9F-C8B4-9E1D7E409AAF}"/>
              </a:ext>
            </a:extLst>
          </p:cNvPr>
          <p:cNvSpPr txBox="1">
            <a:spLocks/>
          </p:cNvSpPr>
          <p:nvPr userDrawn="1"/>
        </p:nvSpPr>
        <p:spPr>
          <a:xfrm>
            <a:off x="10668000" y="6697130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spc="100">
                <a:solidFill>
                  <a:schemeClr val="bg1">
                    <a:lumMod val="75000"/>
                  </a:schemeClr>
                </a:solidFill>
                <a:latin typeface="Poppins" panose="00000500000000000000" pitchFamily="50" charset="0"/>
                <a:cs typeface="Poppins" panose="00000500000000000000" pitchFamily="50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482470-6116-40FE-9371-56657BCA39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6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E4A116DB-5A1A-F834-ABBB-356A8476DA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9" r="779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7AF2CB-A5D7-DFC8-4DD8-03BB2DB8B6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6330">
                <a:schemeClr val="bg1">
                  <a:alpha val="0"/>
                </a:schemeClr>
              </a:gs>
              <a:gs pos="50000">
                <a:srgbClr val="FFFFFF">
                  <a:alpha val="79000"/>
                </a:srgbClr>
              </a:gs>
              <a:gs pos="30000">
                <a:schemeClr val="bg1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3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00" spc="100" baseline="0">
          <a:solidFill>
            <a:schemeClr val="bg1"/>
          </a:solidFill>
          <a:latin typeface="Poppins SemiBold" panose="00000700000000000000" pitchFamily="50" charset="0"/>
          <a:ea typeface="+mj-ea"/>
          <a:cs typeface="Poppins SemiBold" panose="00000700000000000000" pitchFamily="5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00" spc="100" baseline="0">
          <a:solidFill>
            <a:schemeClr val="bg1"/>
          </a:solidFill>
          <a:latin typeface="Poppins" panose="00000500000000000000" pitchFamily="50" charset="0"/>
          <a:ea typeface="+mn-ea"/>
          <a:cs typeface="Poppins" panose="00000500000000000000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C16A8AF-A428-68C3-868F-2ABC26F2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49" y="4375725"/>
            <a:ext cx="6624401" cy="1009196"/>
          </a:xfrm>
        </p:spPr>
        <p:txBody>
          <a:bodyPr/>
          <a:lstStyle/>
          <a:p>
            <a:r>
              <a:rPr lang="en-IN" sz="4800" dirty="0">
                <a:solidFill>
                  <a:srgbClr val="004F99"/>
                </a:solidFill>
              </a:rPr>
              <a:t>&lt;CUSTOMER NAME&gt;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6401A61-C8D1-7463-C0E8-C395429A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2048784"/>
            <a:ext cx="7084090" cy="2084614"/>
          </a:xfrm>
        </p:spPr>
        <p:txBody>
          <a:bodyPr/>
          <a:lstStyle/>
          <a:p>
            <a:r>
              <a:rPr lang="en-US" sz="2800" b="1" dirty="0"/>
              <a:t>PROJECT ID – PROJECT NAME</a:t>
            </a:r>
          </a:p>
          <a:p>
            <a:endParaRPr lang="en-US" sz="2800" b="1" dirty="0"/>
          </a:p>
          <a:p>
            <a:r>
              <a:rPr lang="en-US" sz="2800" b="1" dirty="0"/>
              <a:t>WEEKLY UPDATE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D821C-F25A-0C14-44DD-724323545761}"/>
              </a:ext>
            </a:extLst>
          </p:cNvPr>
          <p:cNvSpPr txBox="1"/>
          <p:nvPr/>
        </p:nvSpPr>
        <p:spPr>
          <a:xfrm>
            <a:off x="603250" y="5673272"/>
            <a:ext cx="609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100" spc="100" dirty="0">
                <a:solidFill>
                  <a:prstClr val="black">
                    <a:lumMod val="85000"/>
                    <a:lumOff val="1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&lt;&lt;29</a:t>
            </a:r>
            <a:r>
              <a:rPr kumimoji="0" lang="en-US" sz="1600" b="1" i="0" u="none" strike="noStrike" kern="100" cap="none" spc="100" normalizeH="0" baseline="3000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t>th</a:t>
            </a:r>
            <a:r>
              <a:rPr kumimoji="0" lang="en-US" sz="1600" b="1" i="0" u="none" strike="noStrike" kern="10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t> August 2024</a:t>
            </a:r>
            <a:r>
              <a:rPr lang="en-US" sz="1600" b="1" kern="100" spc="100" dirty="0">
                <a:solidFill>
                  <a:prstClr val="black">
                    <a:lumMod val="85000"/>
                    <a:lumOff val="15000"/>
                  </a:prstClr>
                </a:solidFill>
                <a:latin typeface="Poppins" panose="00000500000000000000" pitchFamily="50" charset="0"/>
                <a:cs typeface="Poppins" panose="00000500000000000000" pitchFamily="50" charset="0"/>
              </a:rPr>
              <a:t>&gt;&gt;</a:t>
            </a:r>
            <a:endParaRPr kumimoji="0" lang="en-US" sz="1600" b="1" i="0" u="none" strike="noStrike" kern="100" cap="none" spc="1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oppins" panose="00000500000000000000" pitchFamily="50" charset="0"/>
              <a:ea typeface="+mn-ea"/>
              <a:cs typeface="Poppins" panose="00000500000000000000" pitchFamily="50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3ABF4F-2658-EAED-12C8-5D163A4A2C6C}"/>
              </a:ext>
            </a:extLst>
          </p:cNvPr>
          <p:cNvCxnSpPr/>
          <p:nvPr/>
        </p:nvCxnSpPr>
        <p:spPr>
          <a:xfrm>
            <a:off x="711200" y="5461000"/>
            <a:ext cx="57531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962BCD-F90E-B31F-5878-493D8B063BD7}"/>
              </a:ext>
            </a:extLst>
          </p:cNvPr>
          <p:cNvSpPr txBox="1"/>
          <p:nvPr/>
        </p:nvSpPr>
        <p:spPr>
          <a:xfrm>
            <a:off x="664210" y="402791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00" cap="none" spc="1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oppins" panose="00000500000000000000" pitchFamily="50" charset="0"/>
                <a:ea typeface="+mn-ea"/>
                <a:cs typeface="Poppins" panose="00000500000000000000" pitchFamily="50" charset="0"/>
              </a:rPr>
              <a:t>Prepared for</a:t>
            </a:r>
          </a:p>
        </p:txBody>
      </p:sp>
    </p:spTree>
    <p:extLst>
      <p:ext uri="{BB962C8B-B14F-4D97-AF65-F5344CB8AC3E}">
        <p14:creationId xmlns:p14="http://schemas.microsoft.com/office/powerpoint/2010/main" val="419360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oogle Shape;235;p31">
            <a:extLst>
              <a:ext uri="{FF2B5EF4-FFF2-40B4-BE49-F238E27FC236}">
                <a16:creationId xmlns:a16="http://schemas.microsoft.com/office/drawing/2014/main" id="{EACE9A70-5FF6-F630-0868-2FEC4E80C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219111"/>
              </p:ext>
            </p:extLst>
          </p:nvPr>
        </p:nvGraphicFramePr>
        <p:xfrm>
          <a:off x="4086234" y="2724028"/>
          <a:ext cx="7118481" cy="18449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4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1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Project status Update</a:t>
                      </a:r>
                      <a:endParaRPr sz="2000" i="0" strike="noStrike" kern="100" cap="none" spc="100" baseline="0" dirty="0">
                        <a:solidFill>
                          <a:schemeClr val="dk1"/>
                        </a:solidFill>
                        <a:latin typeface="Poppins"/>
                        <a:ea typeface="Lexend Medium"/>
                        <a:cs typeface="Poppins"/>
                        <a:sym typeface="Lexend Medium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15193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2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Project Timeline - Actual</a:t>
                      </a: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497474"/>
                  </a:ext>
                </a:extLst>
              </a:tr>
              <a:tr h="614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None/>
                      </a:pPr>
                      <a:r>
                        <a:rPr lang="en-US" sz="1200" u="none" kern="100" spc="100" baseline="0" dirty="0">
                          <a:solidFill>
                            <a:schemeClr val="lt1"/>
                          </a:solidFill>
                          <a:latin typeface="Poppins SemiBold"/>
                          <a:ea typeface="Anton"/>
                          <a:cs typeface="Poppins SemiBold"/>
                          <a:sym typeface="Anton"/>
                        </a:rPr>
                        <a:t>3</a:t>
                      </a:r>
                      <a:endParaRPr sz="1200" u="none" kern="100" spc="100" baseline="0" dirty="0">
                        <a:solidFill>
                          <a:schemeClr val="lt1"/>
                        </a:solidFill>
                        <a:latin typeface="Poppins SemiBold"/>
                        <a:ea typeface="Anton"/>
                        <a:cs typeface="Poppins SemiBold"/>
                        <a:sym typeface="Anton"/>
                      </a:endParaRP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2000" i="0" strike="noStrike" kern="100" cap="none" spc="100" baseline="0" dirty="0">
                          <a:solidFill>
                            <a:schemeClr val="dk1"/>
                          </a:solidFill>
                          <a:latin typeface="Poppins"/>
                          <a:ea typeface="Lexend Medium"/>
                          <a:cs typeface="Poppins"/>
                          <a:sym typeface="Lexend Medium"/>
                        </a:rPr>
                        <a:t>AOB</a:t>
                      </a:r>
                    </a:p>
                  </a:txBody>
                  <a:tcPr marL="87175" marR="87175" marT="87175" marB="87175" anchor="ctr"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11954"/>
                  </a:ext>
                </a:extLst>
              </a:tr>
            </a:tbl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EBEF1691-A42E-19CD-4B4C-007688576B19}"/>
              </a:ext>
            </a:extLst>
          </p:cNvPr>
          <p:cNvSpPr txBox="1">
            <a:spLocks/>
          </p:cNvSpPr>
          <p:nvPr/>
        </p:nvSpPr>
        <p:spPr>
          <a:xfrm>
            <a:off x="258754" y="234360"/>
            <a:ext cx="9125255" cy="3972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3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rPr>
              <a:t>Agenda</a:t>
            </a:r>
            <a:endParaRPr kumimoji="0" lang="en-US" sz="2200" b="0" i="0" u="none" strike="noStrike" kern="1300" cap="none" spc="100" normalizeH="0" baseline="0" noProof="0" dirty="0">
              <a:ln>
                <a:noFill/>
              </a:ln>
              <a:solidFill>
                <a:srgbClr val="ED5920"/>
              </a:solidFill>
              <a:effectLst/>
              <a:uLnTx/>
              <a:uFillTx/>
              <a:latin typeface="Poppins SemiBold" panose="00000700000000000000" pitchFamily="50" charset="0"/>
              <a:ea typeface="+mj-ea"/>
              <a:cs typeface="Poppins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4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A02994-E9E7-2DE8-D64F-BD21EB06091E}"/>
              </a:ext>
            </a:extLst>
          </p:cNvPr>
          <p:cNvSpPr txBox="1">
            <a:spLocks/>
          </p:cNvSpPr>
          <p:nvPr/>
        </p:nvSpPr>
        <p:spPr>
          <a:xfrm>
            <a:off x="6407817" y="24443"/>
            <a:ext cx="5572329" cy="3680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r>
              <a:rPr lang="en-US" dirty="0"/>
              <a:t>Project Status Update</a:t>
            </a:r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C2DD8A21-0A16-268C-6DF7-25DB91C57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141196"/>
              </p:ext>
            </p:extLst>
          </p:nvPr>
        </p:nvGraphicFramePr>
        <p:xfrm>
          <a:off x="128517" y="725049"/>
          <a:ext cx="6180584" cy="3303746"/>
        </p:xfrm>
        <a:graphic>
          <a:graphicData uri="http://schemas.openxmlformats.org/drawingml/2006/table">
            <a:tbl>
              <a:tblPr/>
              <a:tblGrid>
                <a:gridCol w="618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Key Accomplishment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83"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Requirement Gathering: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  <a:endParaRPr lang="en-US" sz="1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Wireframe development &amp; Figma Prototype:</a:t>
                      </a:r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Discovery &amp; Validation: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Pipeline: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Dashboard Development:</a:t>
                      </a:r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  <a:endParaRPr lang="en-US"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E2E Testing:</a:t>
                      </a:r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628650" marR="0" lvl="1" indent="-17145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  <a:endParaRPr lang="en-US"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5F940FB8-6622-BA15-5935-9CF46887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36247"/>
              </p:ext>
            </p:extLst>
          </p:nvPr>
        </p:nvGraphicFramePr>
        <p:xfrm>
          <a:off x="6383638" y="2996697"/>
          <a:ext cx="5678099" cy="3662895"/>
        </p:xfrm>
        <a:graphic>
          <a:graphicData uri="http://schemas.openxmlformats.org/drawingml/2006/table">
            <a:tbl>
              <a:tblPr/>
              <a:tblGrid>
                <a:gridCol w="5678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Upcoming Activities &amp; Actions</a:t>
                      </a:r>
                      <a:endParaRPr kumimoji="0" lang="en-US" sz="1000" b="1" i="0" u="sng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272"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S PGothic"/>
                          <a:cs typeface="Calibri" panose="020F0502020204030204" pitchFamily="34" charset="0"/>
                        </a:rPr>
                        <a:t>Key Upcoming Activities &amp; Actions:-</a:t>
                      </a:r>
                    </a:p>
                    <a:p>
                      <a:pPr marL="86995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Front End Development</a:t>
                      </a:r>
                    </a:p>
                    <a:p>
                      <a:pPr marL="544195" marR="0" lvl="1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  <a:p>
                      <a:pPr marL="544195" marR="0" lvl="1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86995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SIT:</a:t>
                      </a:r>
                    </a:p>
                    <a:p>
                      <a:pPr marL="544195" marR="0" lvl="1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  <a:p>
                      <a:pPr marL="544195" marR="0" lvl="1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42">
            <a:extLst>
              <a:ext uri="{FF2B5EF4-FFF2-40B4-BE49-F238E27FC236}">
                <a16:creationId xmlns:a16="http://schemas.microsoft.com/office/drawing/2014/main" id="{5D4C988D-7033-4F29-F9C2-C73A8DFE8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543124"/>
              </p:ext>
            </p:extLst>
          </p:nvPr>
        </p:nvGraphicFramePr>
        <p:xfrm>
          <a:off x="128517" y="137800"/>
          <a:ext cx="2149762" cy="529493"/>
        </p:xfrm>
        <a:graphic>
          <a:graphicData uri="http://schemas.openxmlformats.org/drawingml/2006/table">
            <a:tbl>
              <a:tblPr/>
              <a:tblGrid>
                <a:gridCol w="80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6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&lt;PROJECT NAME&gt;</a:t>
                      </a: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68"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Date </a:t>
                      </a: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noProof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11 DEC 2024</a:t>
                      </a: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Group 42">
            <a:extLst>
              <a:ext uri="{FF2B5EF4-FFF2-40B4-BE49-F238E27FC236}">
                <a16:creationId xmlns:a16="http://schemas.microsoft.com/office/drawing/2014/main" id="{BC60D5D9-4D98-EDEE-5E78-D2EA68BFA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994772"/>
              </p:ext>
            </p:extLst>
          </p:nvPr>
        </p:nvGraphicFramePr>
        <p:xfrm>
          <a:off x="2352817" y="137800"/>
          <a:ext cx="3956285" cy="547481"/>
        </p:xfrm>
        <a:graphic>
          <a:graphicData uri="http://schemas.openxmlformats.org/drawingml/2006/table">
            <a:tbl>
              <a:tblPr/>
              <a:tblGrid>
                <a:gridCol w="884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826">
                  <a:extLst>
                    <a:ext uri="{9D8B030D-6E8A-4147-A177-3AD203B41FA5}">
                      <a16:colId xmlns:a16="http://schemas.microsoft.com/office/drawing/2014/main" val="823093880"/>
                    </a:ext>
                  </a:extLst>
                </a:gridCol>
                <a:gridCol w="919589">
                  <a:extLst>
                    <a:ext uri="{9D8B030D-6E8A-4147-A177-3AD203B41FA5}">
                      <a16:colId xmlns:a16="http://schemas.microsoft.com/office/drawing/2014/main" val="953283495"/>
                    </a:ext>
                  </a:extLst>
                </a:gridCol>
                <a:gridCol w="476370">
                  <a:extLst>
                    <a:ext uri="{9D8B030D-6E8A-4147-A177-3AD203B41FA5}">
                      <a16:colId xmlns:a16="http://schemas.microsoft.com/office/drawing/2014/main" val="2651867409"/>
                    </a:ext>
                  </a:extLst>
                </a:gridCol>
              </a:tblGrid>
              <a:tr h="2996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CURRENT WEEK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E18719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87819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PREV WEEK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5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87819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238">
                <a:tc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Sponsors</a:t>
                      </a: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S PGothic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30B843BB-9F7D-B859-0E55-D3B60BA54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83270"/>
              </p:ext>
            </p:extLst>
          </p:nvPr>
        </p:nvGraphicFramePr>
        <p:xfrm>
          <a:off x="6383637" y="384101"/>
          <a:ext cx="5678100" cy="30361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4812">
                  <a:extLst>
                    <a:ext uri="{9D8B030D-6E8A-4147-A177-3AD203B41FA5}">
                      <a16:colId xmlns:a16="http://schemas.microsoft.com/office/drawing/2014/main" val="1711494255"/>
                    </a:ext>
                  </a:extLst>
                </a:gridCol>
                <a:gridCol w="857491">
                  <a:extLst>
                    <a:ext uri="{9D8B030D-6E8A-4147-A177-3AD203B41FA5}">
                      <a16:colId xmlns:a16="http://schemas.microsoft.com/office/drawing/2014/main" val="1721458715"/>
                    </a:ext>
                  </a:extLst>
                </a:gridCol>
                <a:gridCol w="367690">
                  <a:extLst>
                    <a:ext uri="{9D8B030D-6E8A-4147-A177-3AD203B41FA5}">
                      <a16:colId xmlns:a16="http://schemas.microsoft.com/office/drawing/2014/main" val="2409581787"/>
                    </a:ext>
                  </a:extLst>
                </a:gridCol>
                <a:gridCol w="783092">
                  <a:extLst>
                    <a:ext uri="{9D8B030D-6E8A-4147-A177-3AD203B41FA5}">
                      <a16:colId xmlns:a16="http://schemas.microsoft.com/office/drawing/2014/main" val="1992320413"/>
                    </a:ext>
                  </a:extLst>
                </a:gridCol>
                <a:gridCol w="307521">
                  <a:extLst>
                    <a:ext uri="{9D8B030D-6E8A-4147-A177-3AD203B41FA5}">
                      <a16:colId xmlns:a16="http://schemas.microsoft.com/office/drawing/2014/main" val="3682729970"/>
                    </a:ext>
                  </a:extLst>
                </a:gridCol>
                <a:gridCol w="767190">
                  <a:extLst>
                    <a:ext uri="{9D8B030D-6E8A-4147-A177-3AD203B41FA5}">
                      <a16:colId xmlns:a16="http://schemas.microsoft.com/office/drawing/2014/main" val="228313901"/>
                    </a:ext>
                  </a:extLst>
                </a:gridCol>
                <a:gridCol w="307521">
                  <a:extLst>
                    <a:ext uri="{9D8B030D-6E8A-4147-A177-3AD203B41FA5}">
                      <a16:colId xmlns:a16="http://schemas.microsoft.com/office/drawing/2014/main" val="3781661384"/>
                    </a:ext>
                  </a:extLst>
                </a:gridCol>
                <a:gridCol w="767190">
                  <a:extLst>
                    <a:ext uri="{9D8B030D-6E8A-4147-A177-3AD203B41FA5}">
                      <a16:colId xmlns:a16="http://schemas.microsoft.com/office/drawing/2014/main" val="3716517907"/>
                    </a:ext>
                  </a:extLst>
                </a:gridCol>
                <a:gridCol w="378403">
                  <a:extLst>
                    <a:ext uri="{9D8B030D-6E8A-4147-A177-3AD203B41FA5}">
                      <a16:colId xmlns:a16="http://schemas.microsoft.com/office/drawing/2014/main" val="2568794421"/>
                    </a:ext>
                  </a:extLst>
                </a:gridCol>
                <a:gridCol w="767190">
                  <a:extLst>
                    <a:ext uri="{9D8B030D-6E8A-4147-A177-3AD203B41FA5}">
                      <a16:colId xmlns:a16="http://schemas.microsoft.com/office/drawing/2014/main" val="471643470"/>
                    </a:ext>
                  </a:extLst>
                </a:gridCol>
              </a:tblGrid>
              <a:tr h="303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ebdings"/>
                          <a:ea typeface="+mn-ea"/>
                          <a:cs typeface="+mn-cs"/>
                          <a:sym typeface="Webdings"/>
                        </a:rPr>
                        <a:t>n</a:t>
                      </a:r>
                      <a:endParaRPr lang="en-US" sz="1000" dirty="0">
                        <a:solidFill>
                          <a:schemeClr val="tx1"/>
                        </a:solidFill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F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00B0F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5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00B05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On-Track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E18719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E18719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baseline="0">
                          <a:solidFill>
                            <a:schemeClr val="tx2"/>
                          </a:solidFill>
                          <a:latin typeface="+mn-lt"/>
                          <a:sym typeface="Webdings"/>
                        </a:rPr>
                        <a:t>At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C0000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C0000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Off-Track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277096"/>
                  </a:ext>
                </a:extLst>
              </a:tr>
            </a:tbl>
          </a:graphicData>
        </a:graphic>
      </p:graphicFrame>
      <p:graphicFrame>
        <p:nvGraphicFramePr>
          <p:cNvPr id="11" name="Group 42">
            <a:extLst>
              <a:ext uri="{FF2B5EF4-FFF2-40B4-BE49-F238E27FC236}">
                <a16:creationId xmlns:a16="http://schemas.microsoft.com/office/drawing/2014/main" id="{0AEA1A71-DD61-7BCE-7B6D-1D1DB2463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071112"/>
              </p:ext>
            </p:extLst>
          </p:nvPr>
        </p:nvGraphicFramePr>
        <p:xfrm>
          <a:off x="137571" y="4092166"/>
          <a:ext cx="6180583" cy="2553078"/>
        </p:xfrm>
        <a:graphic>
          <a:graphicData uri="http://schemas.openxmlformats.org/drawingml/2006/table">
            <a:tbl>
              <a:tblPr/>
              <a:tblGrid>
                <a:gridCol w="3119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7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Risks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FF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Mitigation</a:t>
                      </a:r>
                    </a:p>
                  </a:txBody>
                  <a:tcPr marL="94529" marR="94529" marT="47738" marB="47738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205"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53"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31537"/>
                  </a:ext>
                </a:extLst>
              </a:tr>
              <a:tr h="704053"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8107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4529" marR="94529" marT="47738" marB="47738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586929"/>
                  </a:ext>
                </a:extLst>
              </a:tr>
            </a:tbl>
          </a:graphicData>
        </a:graphic>
      </p:graphicFrame>
      <p:graphicFrame>
        <p:nvGraphicFramePr>
          <p:cNvPr id="12" name="Group 42">
            <a:extLst>
              <a:ext uri="{FF2B5EF4-FFF2-40B4-BE49-F238E27FC236}">
                <a16:creationId xmlns:a16="http://schemas.microsoft.com/office/drawing/2014/main" id="{CB7E64A0-46E9-1843-D102-2B00E5CD8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94990"/>
              </p:ext>
            </p:extLst>
          </p:nvPr>
        </p:nvGraphicFramePr>
        <p:xfrm>
          <a:off x="6383640" y="723896"/>
          <a:ext cx="5678097" cy="2225656"/>
        </p:xfrm>
        <a:graphic>
          <a:graphicData uri="http://schemas.openxmlformats.org/drawingml/2006/table">
            <a:tbl>
              <a:tblPr/>
              <a:tblGrid>
                <a:gridCol w="229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654">
                  <a:extLst>
                    <a:ext uri="{9D8B030D-6E8A-4147-A177-3AD203B41FA5}">
                      <a16:colId xmlns:a16="http://schemas.microsoft.com/office/drawing/2014/main" val="2170202979"/>
                    </a:ext>
                  </a:extLst>
                </a:gridCol>
                <a:gridCol w="968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245">
                  <a:extLst>
                    <a:ext uri="{9D8B030D-6E8A-4147-A177-3AD203B41FA5}">
                      <a16:colId xmlns:a16="http://schemas.microsoft.com/office/drawing/2014/main" val="965494918"/>
                    </a:ext>
                  </a:extLst>
                </a:gridCol>
                <a:gridCol w="652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599">
                <a:tc>
                  <a:txBody>
                    <a:bodyPr/>
                    <a:lstStyle/>
                    <a:p>
                      <a:pPr marL="142875" marR="0" lvl="0" indent="-142875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Verdana" pitchFamily="34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Verdana" pitchFamily="34" charset="0"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Est. Time</a:t>
                      </a:r>
                      <a:r>
                        <a:rPr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(weeks)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Verdana" pitchFamily="34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Date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Verdana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Date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tc>
                  <a:txBody>
                    <a:bodyPr/>
                    <a:lstStyle/>
                    <a:p>
                      <a:pPr marL="142875" marR="0" lvl="0" indent="-142875" algn="ctr" defTabSz="981075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Verdana" pitchFamily="34" charset="0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5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5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I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Requirement </a:t>
                      </a:r>
                      <a:r>
                        <a:rPr lang="en-I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gathering, blueprinting, BRD creation &amp; submission</a:t>
                      </a:r>
                      <a:endParaRPr kumimoji="0" lang="en-IN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C0000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098918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marL="0" marR="0" lvl="0" indent="0" algn="l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discovery &amp; validation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E18719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marL="0" marR="0" lvl="0" indent="0" algn="l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pipeline &amp; automation</a:t>
                      </a: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E18719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E18719"/>
                        </a:solidFill>
                        <a:latin typeface="Webdings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838513"/>
                  </a:ext>
                </a:extLst>
              </a:tr>
              <a:tr h="36055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Engineering</a:t>
                      </a:r>
                      <a:endParaRPr kumimoji="0" lang="en-US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5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727369"/>
                  </a:ext>
                </a:extLst>
              </a:tr>
              <a:tr h="36055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Dashboard Development</a:t>
                      </a:r>
                      <a:endParaRPr kumimoji="0" lang="en-US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ebdings"/>
                          <a:ea typeface="+mn-ea"/>
                          <a:cs typeface="+mn-c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362515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marL="0" marR="0" lvl="0" indent="0" algn="l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E2E UAT, Training &amp; Go-Live</a:t>
                      </a:r>
                      <a:endParaRPr kumimoji="0" lang="en-US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ebdings"/>
                          <a:ea typeface="+mn-ea"/>
                          <a:cs typeface="+mn-c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Webdings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299">
                <a:tc>
                  <a:txBody>
                    <a:bodyPr/>
                    <a:lstStyle/>
                    <a:p>
                      <a:pPr marL="0" marR="0" lvl="0" indent="0" algn="l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Hyper-care &amp; Support kick off</a:t>
                      </a:r>
                      <a:endParaRPr kumimoji="0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66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ebdings"/>
                          <a:ea typeface="+mn-ea"/>
                          <a:cs typeface="+mn-cs"/>
                          <a:sym typeface="Webdings"/>
                        </a:rPr>
                        <a:t>n</a:t>
                      </a:r>
                      <a:endParaRPr lang="en-GB" sz="1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9144" marB="9144" anchor="ctr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rgbClr r="0" g="0" b="0"/>
                      </a:solidFill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49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F2BE-CB36-2011-2AA7-916AF85B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A5C7-8688-57A0-5ACD-6636B2EC4C4F}"/>
              </a:ext>
            </a:extLst>
          </p:cNvPr>
          <p:cNvSpPr txBox="1">
            <a:spLocks/>
          </p:cNvSpPr>
          <p:nvPr/>
        </p:nvSpPr>
        <p:spPr>
          <a:xfrm>
            <a:off x="135039" y="85667"/>
            <a:ext cx="4222357" cy="3618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300" spc="100" baseline="0">
                <a:solidFill>
                  <a:srgbClr val="002060"/>
                </a:solidFill>
                <a:latin typeface="Poppins SemiBold" panose="00000700000000000000" pitchFamily="50" charset="0"/>
                <a:ea typeface="+mj-ea"/>
                <a:cs typeface="Poppins SemiBold" panose="00000700000000000000" pitchFamily="50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High-Level Timelines-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572745-F685-2A33-795B-81D23FE59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71637"/>
              </p:ext>
            </p:extLst>
          </p:nvPr>
        </p:nvGraphicFramePr>
        <p:xfrm>
          <a:off x="135036" y="502905"/>
          <a:ext cx="11791895" cy="6201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6406">
                  <a:extLst>
                    <a:ext uri="{9D8B030D-6E8A-4147-A177-3AD203B41FA5}">
                      <a16:colId xmlns:a16="http://schemas.microsoft.com/office/drawing/2014/main" val="1401442723"/>
                    </a:ext>
                  </a:extLst>
                </a:gridCol>
                <a:gridCol w="2187914">
                  <a:extLst>
                    <a:ext uri="{9D8B030D-6E8A-4147-A177-3AD203B41FA5}">
                      <a16:colId xmlns:a16="http://schemas.microsoft.com/office/drawing/2014/main" val="2778638551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687721515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5489999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45491169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41923817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997549010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859111666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45206586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45537113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275385039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28697952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79957899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366739803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405648537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897015572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914230730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448410296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3558769063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7968941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803351692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253517084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151257733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3742359182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1700824198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2699760297"/>
                    </a:ext>
                  </a:extLst>
                </a:gridCol>
                <a:gridCol w="362703">
                  <a:extLst>
                    <a:ext uri="{9D8B030D-6E8A-4147-A177-3AD203B41FA5}">
                      <a16:colId xmlns:a16="http://schemas.microsoft.com/office/drawing/2014/main" val="474625134"/>
                    </a:ext>
                  </a:extLst>
                </a:gridCol>
              </a:tblGrid>
              <a:tr h="135089">
                <a:tc gridSpan="2"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September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October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November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December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January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February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877994"/>
                  </a:ext>
                </a:extLst>
              </a:tr>
              <a:tr h="14859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</a:rPr>
                        <a:t>Milestones/ </a:t>
                      </a: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</a:rPr>
                        <a:t>Task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AA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Task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 Sep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Sep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 Sep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 Sep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07 Oct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 Oct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 Oct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 Oct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04 Nov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 Nov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 Nov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 Nov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02 Dec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09 Dec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Dec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 Dec</a:t>
                      </a: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 Dec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06 Jan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 Jan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 Jan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 Jan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03 Feb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Feb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 Feb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 Feb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850148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800" b="1" u="none" strike="noStrike" kern="120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Requirement gathering &amp; blueprinting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A3A3A3">
                        <a:alpha val="2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>
                        <a:alpha val="2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3A3A3">
                        <a:alpha val="2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74431"/>
                  </a:ext>
                </a:extLst>
              </a:tr>
              <a:tr h="160720">
                <a:tc rowSpan="2">
                  <a:txBody>
                    <a:bodyPr/>
                    <a:lstStyle/>
                    <a:p>
                      <a:pPr algn="l" rtl="0" fontAlgn="ctr"/>
                      <a:endParaRPr lang="en-US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A3A3A3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Understand AS-IS process &amp; environment setup</a:t>
                      </a: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615880"/>
                  </a:ext>
                </a:extLst>
              </a:tr>
              <a:tr h="160720">
                <a:tc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A3A3A3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Understand and validate Logic</a:t>
                      </a: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024059"/>
                  </a:ext>
                </a:extLst>
              </a:tr>
              <a:tr h="142575">
                <a:tc>
                  <a:txBody>
                    <a:bodyPr/>
                    <a:lstStyle/>
                    <a:p>
                      <a:pPr algn="l" rtl="0" fontAlgn="ctr"/>
                      <a:endParaRPr lang="en-US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A3A3A3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BRD Creation &amp; Submission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663413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discovery &amp; validation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568462"/>
                  </a:ext>
                </a:extLst>
              </a:tr>
              <a:tr h="160720">
                <a:tc rowSpan="4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Source identification</a:t>
                      </a:r>
                      <a:endParaRPr lang="en-US" sz="8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54902"/>
                  </a:ext>
                </a:extLst>
              </a:tr>
              <a:tr h="1788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 data validation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431680"/>
                  </a:ext>
                </a:extLst>
              </a:tr>
              <a:tr h="1788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source documentation submission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374847"/>
                  </a:ext>
                </a:extLst>
              </a:tr>
              <a:tr h="160720">
                <a:tc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 off</a:t>
                      </a:r>
                      <a:endParaRPr lang="en-US" sz="800" b="1" i="0" u="none" strike="noStrike" dirty="0">
                        <a:solidFill>
                          <a:srgbClr val="E18719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08551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Pipeline &amp; Automation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433184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model development in SQL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52960"/>
                  </a:ext>
                </a:extLst>
              </a:tr>
              <a:tr h="17883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Flow creation and data ingestion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284151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pipeline documentation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911151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Validation &amp; Sign off</a:t>
                      </a:r>
                      <a:endParaRPr lang="en-US" sz="800" b="1" i="0" u="none" strike="noStrike" dirty="0">
                        <a:solidFill>
                          <a:srgbClr val="E18719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897884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Phase 1 – Dashboard Development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86099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Application framework &amp; layout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3424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components of user interaction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83823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Sales Dashboard Development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626603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Procurement Dashboard Development</a:t>
                      </a:r>
                      <a:endParaRPr lang="en-US" sz="8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871635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Access management &amp; user authentication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64777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884005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Validation &amp; Sign off</a:t>
                      </a:r>
                      <a:endParaRPr lang="en-US" sz="800" b="1" i="0" u="none" strike="noStrike" kern="1200" dirty="0">
                        <a:solidFill>
                          <a:srgbClr val="E18719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010969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Simulation Capability &amp; Governance  Mechanism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281001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Application framework &amp; layout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16331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components of user interaction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4972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HR &amp; Payroll Dashboard Development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26218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Finance Dashboard Development</a:t>
                      </a:r>
                      <a:endParaRPr lang="en-US" sz="8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60175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684097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Validation &amp; Sign off</a:t>
                      </a:r>
                      <a:endParaRPr lang="en-US" sz="800" b="1" i="0" u="none" strike="noStrike" kern="1200" dirty="0">
                        <a:solidFill>
                          <a:srgbClr val="E18719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426066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E2E UAT, Training &amp; Go-Live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17505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E2E UAT</a:t>
                      </a:r>
                      <a:endParaRPr lang="en-US" sz="800" b="1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3502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Gol-live  &amp; </a:t>
                      </a: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Sign-off</a:t>
                      </a:r>
                      <a:endParaRPr lang="en-US" sz="800" b="1" u="none" strike="noStrike" kern="12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66547"/>
                  </a:ext>
                </a:extLst>
              </a:tr>
              <a:tr h="16072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kern="1200" dirty="0">
                          <a:solidFill>
                            <a:srgbClr val="66666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Hyper-care &amp; sustenance kick off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7877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Hypercare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520976"/>
                  </a:ext>
                </a:extLst>
              </a:tr>
              <a:tr h="160720">
                <a:tc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Sustenance handover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89532"/>
                  </a:ext>
                </a:extLst>
              </a:tr>
            </a:tbl>
          </a:graphicData>
        </a:graphic>
      </p:graphicFrame>
      <p:sp>
        <p:nvSpPr>
          <p:cNvPr id="4" name="Graphic 99">
            <a:extLst>
              <a:ext uri="{FF2B5EF4-FFF2-40B4-BE49-F238E27FC236}">
                <a16:creationId xmlns:a16="http://schemas.microsoft.com/office/drawing/2014/main" id="{FCDBD2E9-C9E9-BDA0-65EE-A91D54AE2B03}"/>
              </a:ext>
            </a:extLst>
          </p:cNvPr>
          <p:cNvSpPr/>
          <p:nvPr/>
        </p:nvSpPr>
        <p:spPr>
          <a:xfrm flipH="1">
            <a:off x="2863496" y="1500413"/>
            <a:ext cx="1080000" cy="136800"/>
          </a:xfrm>
          <a:prstGeom prst="roundRect">
            <a:avLst/>
          </a:prstGeom>
          <a:solidFill>
            <a:srgbClr val="A5232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raphic 99">
            <a:extLst>
              <a:ext uri="{FF2B5EF4-FFF2-40B4-BE49-F238E27FC236}">
                <a16:creationId xmlns:a16="http://schemas.microsoft.com/office/drawing/2014/main" id="{639F011F-3DE1-C42D-93B0-CD93A97F7538}"/>
              </a:ext>
            </a:extLst>
          </p:cNvPr>
          <p:cNvSpPr/>
          <p:nvPr/>
        </p:nvSpPr>
        <p:spPr>
          <a:xfrm flipH="1">
            <a:off x="2860685" y="822494"/>
            <a:ext cx="1080000" cy="136208"/>
          </a:xfrm>
          <a:prstGeom prst="roundRect">
            <a:avLst/>
          </a:prstGeom>
          <a:solidFill>
            <a:srgbClr val="A5232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Graphic 99">
            <a:extLst>
              <a:ext uri="{FF2B5EF4-FFF2-40B4-BE49-F238E27FC236}">
                <a16:creationId xmlns:a16="http://schemas.microsoft.com/office/drawing/2014/main" id="{0FD14A2E-0194-7620-54EF-2DE9A6DDE605}"/>
              </a:ext>
            </a:extLst>
          </p:cNvPr>
          <p:cNvSpPr/>
          <p:nvPr/>
        </p:nvSpPr>
        <p:spPr>
          <a:xfrm flipH="1">
            <a:off x="2854617" y="993060"/>
            <a:ext cx="723573" cy="129600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raphic 99">
            <a:extLst>
              <a:ext uri="{FF2B5EF4-FFF2-40B4-BE49-F238E27FC236}">
                <a16:creationId xmlns:a16="http://schemas.microsoft.com/office/drawing/2014/main" id="{32553FC1-4331-375D-A032-1F3E77F4D7D3}"/>
              </a:ext>
            </a:extLst>
          </p:cNvPr>
          <p:cNvSpPr/>
          <p:nvPr/>
        </p:nvSpPr>
        <p:spPr>
          <a:xfrm flipH="1">
            <a:off x="3606363" y="2366879"/>
            <a:ext cx="1805603" cy="128016"/>
          </a:xfrm>
          <a:prstGeom prst="roundRect">
            <a:avLst/>
          </a:prstGeom>
          <a:solidFill>
            <a:srgbClr val="A5232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Graphic 99">
            <a:extLst>
              <a:ext uri="{FF2B5EF4-FFF2-40B4-BE49-F238E27FC236}">
                <a16:creationId xmlns:a16="http://schemas.microsoft.com/office/drawing/2014/main" id="{3E1AFDAC-58F4-693B-60B1-FB10AB7E3A0B}"/>
              </a:ext>
            </a:extLst>
          </p:cNvPr>
          <p:cNvSpPr/>
          <p:nvPr/>
        </p:nvSpPr>
        <p:spPr>
          <a:xfrm flipH="1">
            <a:off x="4326382" y="3200757"/>
            <a:ext cx="3600000" cy="128016"/>
          </a:xfrm>
          <a:prstGeom prst="roundRect">
            <a:avLst/>
          </a:prstGeom>
          <a:solidFill>
            <a:schemeClr val="accent1"/>
          </a:solidFill>
          <a:ln w="95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ED62CA1D-74F9-A74D-6222-D219916436FB}"/>
              </a:ext>
            </a:extLst>
          </p:cNvPr>
          <p:cNvSpPr/>
          <p:nvPr/>
        </p:nvSpPr>
        <p:spPr>
          <a:xfrm>
            <a:off x="3771459" y="812398"/>
            <a:ext cx="166509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436E792B-4604-F92D-FF81-FD62F011D1F2}"/>
              </a:ext>
            </a:extLst>
          </p:cNvPr>
          <p:cNvSpPr/>
          <p:nvPr/>
        </p:nvSpPr>
        <p:spPr>
          <a:xfrm>
            <a:off x="3771460" y="1487900"/>
            <a:ext cx="166506" cy="141283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535DB65F-9A46-8581-5FA8-FC57E887EFF3}"/>
              </a:ext>
            </a:extLst>
          </p:cNvPr>
          <p:cNvSpPr/>
          <p:nvPr/>
        </p:nvSpPr>
        <p:spPr>
          <a:xfrm>
            <a:off x="7400314" y="3198198"/>
            <a:ext cx="161373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240B5A35-73E4-81BF-018B-EE1C8931145A}"/>
              </a:ext>
            </a:extLst>
          </p:cNvPr>
          <p:cNvSpPr/>
          <p:nvPr/>
        </p:nvSpPr>
        <p:spPr>
          <a:xfrm>
            <a:off x="5266424" y="2373209"/>
            <a:ext cx="145542" cy="142376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0DC91C-B17C-4CD5-B065-DDCE0EA5FECB}"/>
              </a:ext>
            </a:extLst>
          </p:cNvPr>
          <p:cNvCxnSpPr>
            <a:cxnSpLocks/>
          </p:cNvCxnSpPr>
          <p:nvPr/>
        </p:nvCxnSpPr>
        <p:spPr>
          <a:xfrm>
            <a:off x="2854619" y="521684"/>
            <a:ext cx="0" cy="6124829"/>
          </a:xfrm>
          <a:prstGeom prst="line">
            <a:avLst/>
          </a:prstGeom>
          <a:ln w="19050">
            <a:solidFill>
              <a:srgbClr val="81A8C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11">
            <a:extLst>
              <a:ext uri="{FF2B5EF4-FFF2-40B4-BE49-F238E27FC236}">
                <a16:creationId xmlns:a16="http://schemas.microsoft.com/office/drawing/2014/main" id="{4337B618-8754-AD44-E368-1A60B55F38CE}"/>
              </a:ext>
            </a:extLst>
          </p:cNvPr>
          <p:cNvSpPr/>
          <p:nvPr/>
        </p:nvSpPr>
        <p:spPr>
          <a:xfrm>
            <a:off x="10802776" y="22817"/>
            <a:ext cx="166509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E6AF23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396036-152F-BB80-053E-57B763DA089A}"/>
              </a:ext>
            </a:extLst>
          </p:cNvPr>
          <p:cNvSpPr txBox="1"/>
          <p:nvPr/>
        </p:nvSpPr>
        <p:spPr>
          <a:xfrm>
            <a:off x="11004170" y="13775"/>
            <a:ext cx="922765" cy="1553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Key Milestones</a:t>
            </a:r>
          </a:p>
        </p:txBody>
      </p:sp>
      <p:sp>
        <p:nvSpPr>
          <p:cNvPr id="30" name="Graphic 99">
            <a:extLst>
              <a:ext uri="{FF2B5EF4-FFF2-40B4-BE49-F238E27FC236}">
                <a16:creationId xmlns:a16="http://schemas.microsoft.com/office/drawing/2014/main" id="{55E13AF5-F038-75B7-6346-8C8B7A571E8F}"/>
              </a:ext>
            </a:extLst>
          </p:cNvPr>
          <p:cNvSpPr/>
          <p:nvPr/>
        </p:nvSpPr>
        <p:spPr>
          <a:xfrm flipH="1">
            <a:off x="3220382" y="1166704"/>
            <a:ext cx="385981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raphic 99">
            <a:extLst>
              <a:ext uri="{FF2B5EF4-FFF2-40B4-BE49-F238E27FC236}">
                <a16:creationId xmlns:a16="http://schemas.microsoft.com/office/drawing/2014/main" id="{69126AB4-73DE-3D4F-FDE3-9FFB7A501097}"/>
              </a:ext>
            </a:extLst>
          </p:cNvPr>
          <p:cNvSpPr/>
          <p:nvPr/>
        </p:nvSpPr>
        <p:spPr>
          <a:xfrm flipH="1">
            <a:off x="2856099" y="1632030"/>
            <a:ext cx="360306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Graphic 99">
            <a:extLst>
              <a:ext uri="{FF2B5EF4-FFF2-40B4-BE49-F238E27FC236}">
                <a16:creationId xmlns:a16="http://schemas.microsoft.com/office/drawing/2014/main" id="{EF750B10-6534-C0FD-132B-937CBF43DB57}"/>
              </a:ext>
            </a:extLst>
          </p:cNvPr>
          <p:cNvSpPr/>
          <p:nvPr/>
        </p:nvSpPr>
        <p:spPr>
          <a:xfrm flipH="1">
            <a:off x="3208353" y="1802409"/>
            <a:ext cx="739214" cy="136800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Graphic 99">
            <a:extLst>
              <a:ext uri="{FF2B5EF4-FFF2-40B4-BE49-F238E27FC236}">
                <a16:creationId xmlns:a16="http://schemas.microsoft.com/office/drawing/2014/main" id="{1CABD734-BE02-F121-46A4-74492A28A351}"/>
              </a:ext>
            </a:extLst>
          </p:cNvPr>
          <p:cNvSpPr/>
          <p:nvPr/>
        </p:nvSpPr>
        <p:spPr>
          <a:xfrm flipH="1">
            <a:off x="2985247" y="2000446"/>
            <a:ext cx="962321" cy="156089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Graphic 99">
            <a:extLst>
              <a:ext uri="{FF2B5EF4-FFF2-40B4-BE49-F238E27FC236}">
                <a16:creationId xmlns:a16="http://schemas.microsoft.com/office/drawing/2014/main" id="{D32BF2E0-7BF2-49EC-25CF-B4BCA8BE502A}"/>
              </a:ext>
            </a:extLst>
          </p:cNvPr>
          <p:cNvSpPr/>
          <p:nvPr/>
        </p:nvSpPr>
        <p:spPr>
          <a:xfrm flipH="1">
            <a:off x="3695282" y="2187269"/>
            <a:ext cx="252291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Graphic 99">
            <a:extLst>
              <a:ext uri="{FF2B5EF4-FFF2-40B4-BE49-F238E27FC236}">
                <a16:creationId xmlns:a16="http://schemas.microsoft.com/office/drawing/2014/main" id="{EC6CB63A-63D4-ACB3-7085-1E4C4646FD96}"/>
              </a:ext>
            </a:extLst>
          </p:cNvPr>
          <p:cNvSpPr/>
          <p:nvPr/>
        </p:nvSpPr>
        <p:spPr>
          <a:xfrm flipH="1">
            <a:off x="3584744" y="2522704"/>
            <a:ext cx="881271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Graphic 99">
            <a:extLst>
              <a:ext uri="{FF2B5EF4-FFF2-40B4-BE49-F238E27FC236}">
                <a16:creationId xmlns:a16="http://schemas.microsoft.com/office/drawing/2014/main" id="{880C92EA-9190-AFF5-9AE8-6DD23F60A6CB}"/>
              </a:ext>
            </a:extLst>
          </p:cNvPr>
          <p:cNvSpPr/>
          <p:nvPr/>
        </p:nvSpPr>
        <p:spPr>
          <a:xfrm flipH="1">
            <a:off x="3832743" y="2683023"/>
            <a:ext cx="1154233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Graphic 99">
            <a:extLst>
              <a:ext uri="{FF2B5EF4-FFF2-40B4-BE49-F238E27FC236}">
                <a16:creationId xmlns:a16="http://schemas.microsoft.com/office/drawing/2014/main" id="{54DDE424-D516-DB67-BCDB-EA9808C7AAEE}"/>
              </a:ext>
            </a:extLst>
          </p:cNvPr>
          <p:cNvSpPr/>
          <p:nvPr/>
        </p:nvSpPr>
        <p:spPr>
          <a:xfrm flipH="1">
            <a:off x="5037235" y="3049075"/>
            <a:ext cx="358731" cy="128016"/>
          </a:xfrm>
          <a:prstGeom prst="roundRect">
            <a:avLst/>
          </a:prstGeom>
          <a:solidFill>
            <a:srgbClr val="4F2170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Graphic 99">
            <a:extLst>
              <a:ext uri="{FF2B5EF4-FFF2-40B4-BE49-F238E27FC236}">
                <a16:creationId xmlns:a16="http://schemas.microsoft.com/office/drawing/2014/main" id="{1AFB31EC-AC89-3C58-7B65-7B2E0C77CFCB}"/>
              </a:ext>
            </a:extLst>
          </p:cNvPr>
          <p:cNvSpPr/>
          <p:nvPr/>
        </p:nvSpPr>
        <p:spPr>
          <a:xfrm flipH="1">
            <a:off x="8302027" y="4544840"/>
            <a:ext cx="2075336" cy="140712"/>
          </a:xfrm>
          <a:prstGeom prst="roundRect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34F1893C-EEE8-0C61-48D6-49A19515345C}"/>
              </a:ext>
            </a:extLst>
          </p:cNvPr>
          <p:cNvSpPr/>
          <p:nvPr/>
        </p:nvSpPr>
        <p:spPr>
          <a:xfrm>
            <a:off x="9749049" y="4557536"/>
            <a:ext cx="156951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Graphic 99">
            <a:extLst>
              <a:ext uri="{FF2B5EF4-FFF2-40B4-BE49-F238E27FC236}">
                <a16:creationId xmlns:a16="http://schemas.microsoft.com/office/drawing/2014/main" id="{DC6E6EF3-B3BE-F52A-0C7E-44D715B4825A}"/>
              </a:ext>
            </a:extLst>
          </p:cNvPr>
          <p:cNvSpPr/>
          <p:nvPr/>
        </p:nvSpPr>
        <p:spPr>
          <a:xfrm flipH="1">
            <a:off x="4326382" y="3355972"/>
            <a:ext cx="685541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Graphic 99">
            <a:extLst>
              <a:ext uri="{FF2B5EF4-FFF2-40B4-BE49-F238E27FC236}">
                <a16:creationId xmlns:a16="http://schemas.microsoft.com/office/drawing/2014/main" id="{8A296F51-6178-D981-F6FE-A91605979676}"/>
              </a:ext>
            </a:extLst>
          </p:cNvPr>
          <p:cNvSpPr/>
          <p:nvPr/>
        </p:nvSpPr>
        <p:spPr>
          <a:xfrm flipH="1">
            <a:off x="4682971" y="3543707"/>
            <a:ext cx="717370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Graphic 99">
            <a:extLst>
              <a:ext uri="{FF2B5EF4-FFF2-40B4-BE49-F238E27FC236}">
                <a16:creationId xmlns:a16="http://schemas.microsoft.com/office/drawing/2014/main" id="{B87F8335-1FCE-C617-76AA-A7A38ABC46AE}"/>
              </a:ext>
            </a:extLst>
          </p:cNvPr>
          <p:cNvSpPr/>
          <p:nvPr/>
        </p:nvSpPr>
        <p:spPr>
          <a:xfrm flipH="1">
            <a:off x="5400341" y="3725764"/>
            <a:ext cx="1439998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Graphic 99">
            <a:extLst>
              <a:ext uri="{FF2B5EF4-FFF2-40B4-BE49-F238E27FC236}">
                <a16:creationId xmlns:a16="http://schemas.microsoft.com/office/drawing/2014/main" id="{5694EF17-3174-819D-5A2B-32EB36AFC5E9}"/>
              </a:ext>
            </a:extLst>
          </p:cNvPr>
          <p:cNvSpPr/>
          <p:nvPr/>
        </p:nvSpPr>
        <p:spPr>
          <a:xfrm flipH="1">
            <a:off x="5400341" y="3895160"/>
            <a:ext cx="1439997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Graphic 99">
            <a:extLst>
              <a:ext uri="{FF2B5EF4-FFF2-40B4-BE49-F238E27FC236}">
                <a16:creationId xmlns:a16="http://schemas.microsoft.com/office/drawing/2014/main" id="{9ED66F79-69D3-642D-4F94-2CB840335C90}"/>
              </a:ext>
            </a:extLst>
          </p:cNvPr>
          <p:cNvSpPr/>
          <p:nvPr/>
        </p:nvSpPr>
        <p:spPr>
          <a:xfrm flipH="1">
            <a:off x="6839846" y="4030603"/>
            <a:ext cx="367286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Graphic 99">
            <a:extLst>
              <a:ext uri="{FF2B5EF4-FFF2-40B4-BE49-F238E27FC236}">
                <a16:creationId xmlns:a16="http://schemas.microsoft.com/office/drawing/2014/main" id="{23E1DD99-3835-65D9-9FBB-72BC0FFACCD4}"/>
              </a:ext>
            </a:extLst>
          </p:cNvPr>
          <p:cNvSpPr/>
          <p:nvPr/>
        </p:nvSpPr>
        <p:spPr>
          <a:xfrm flipH="1">
            <a:off x="6311151" y="4199999"/>
            <a:ext cx="1129549" cy="128016"/>
          </a:xfrm>
          <a:prstGeom prst="roundRect">
            <a:avLst/>
          </a:prstGeom>
          <a:solidFill>
            <a:schemeClr val="accent4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Graphic 99">
            <a:extLst>
              <a:ext uri="{FF2B5EF4-FFF2-40B4-BE49-F238E27FC236}">
                <a16:creationId xmlns:a16="http://schemas.microsoft.com/office/drawing/2014/main" id="{2B8EF98A-ABEF-E739-073E-10ABC576AFBA}"/>
              </a:ext>
            </a:extLst>
          </p:cNvPr>
          <p:cNvSpPr/>
          <p:nvPr/>
        </p:nvSpPr>
        <p:spPr>
          <a:xfrm flipH="1">
            <a:off x="2862967" y="1320558"/>
            <a:ext cx="1080000" cy="128016"/>
          </a:xfrm>
          <a:prstGeom prst="roundRect">
            <a:avLst/>
          </a:prstGeom>
          <a:solidFill>
            <a:srgbClr val="A52323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Graphic 99">
            <a:extLst>
              <a:ext uri="{FF2B5EF4-FFF2-40B4-BE49-F238E27FC236}">
                <a16:creationId xmlns:a16="http://schemas.microsoft.com/office/drawing/2014/main" id="{44EEA338-874F-3F10-0FE2-8EF1D1304D9B}"/>
              </a:ext>
            </a:extLst>
          </p:cNvPr>
          <p:cNvSpPr/>
          <p:nvPr/>
        </p:nvSpPr>
        <p:spPr>
          <a:xfrm flipH="1">
            <a:off x="4483220" y="2872904"/>
            <a:ext cx="917121" cy="128016"/>
          </a:xfrm>
          <a:prstGeom prst="roundRect">
            <a:avLst/>
          </a:prstGeom>
          <a:solidFill>
            <a:srgbClr val="724D8D">
              <a:alpha val="34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Graphic 99">
            <a:extLst>
              <a:ext uri="{FF2B5EF4-FFF2-40B4-BE49-F238E27FC236}">
                <a16:creationId xmlns:a16="http://schemas.microsoft.com/office/drawing/2014/main" id="{E0756F7A-5E49-8D22-C44C-32AB63BD8752}"/>
              </a:ext>
            </a:extLst>
          </p:cNvPr>
          <p:cNvSpPr/>
          <p:nvPr/>
        </p:nvSpPr>
        <p:spPr>
          <a:xfrm flipH="1">
            <a:off x="7440698" y="4384723"/>
            <a:ext cx="471129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Graphic 99">
            <a:extLst>
              <a:ext uri="{FF2B5EF4-FFF2-40B4-BE49-F238E27FC236}">
                <a16:creationId xmlns:a16="http://schemas.microsoft.com/office/drawing/2014/main" id="{873609C8-C6F2-613B-3B32-C241CB22EC78}"/>
              </a:ext>
            </a:extLst>
          </p:cNvPr>
          <p:cNvSpPr/>
          <p:nvPr/>
        </p:nvSpPr>
        <p:spPr>
          <a:xfrm flipH="1">
            <a:off x="7587588" y="4723220"/>
            <a:ext cx="324238" cy="151153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Graphic 99">
            <a:extLst>
              <a:ext uri="{FF2B5EF4-FFF2-40B4-BE49-F238E27FC236}">
                <a16:creationId xmlns:a16="http://schemas.microsoft.com/office/drawing/2014/main" id="{138A87E7-41AA-1672-47AC-FD1D32D01ADF}"/>
              </a:ext>
            </a:extLst>
          </p:cNvPr>
          <p:cNvSpPr/>
          <p:nvPr/>
        </p:nvSpPr>
        <p:spPr>
          <a:xfrm flipH="1">
            <a:off x="7895725" y="4892359"/>
            <a:ext cx="378697" cy="151153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Graphic 99">
            <a:extLst>
              <a:ext uri="{FF2B5EF4-FFF2-40B4-BE49-F238E27FC236}">
                <a16:creationId xmlns:a16="http://schemas.microsoft.com/office/drawing/2014/main" id="{5577C1E4-0E12-2BEC-9812-065555AD4F63}"/>
              </a:ext>
            </a:extLst>
          </p:cNvPr>
          <p:cNvSpPr/>
          <p:nvPr/>
        </p:nvSpPr>
        <p:spPr>
          <a:xfrm flipH="1">
            <a:off x="8274422" y="5047928"/>
            <a:ext cx="1340942" cy="136077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Graphic 99">
            <a:extLst>
              <a:ext uri="{FF2B5EF4-FFF2-40B4-BE49-F238E27FC236}">
                <a16:creationId xmlns:a16="http://schemas.microsoft.com/office/drawing/2014/main" id="{3210C5CF-2137-4A01-0EAD-05FE5743EEA3}"/>
              </a:ext>
            </a:extLst>
          </p:cNvPr>
          <p:cNvSpPr/>
          <p:nvPr/>
        </p:nvSpPr>
        <p:spPr>
          <a:xfrm flipH="1">
            <a:off x="8274418" y="5225305"/>
            <a:ext cx="1340944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Graphic 99">
            <a:extLst>
              <a:ext uri="{FF2B5EF4-FFF2-40B4-BE49-F238E27FC236}">
                <a16:creationId xmlns:a16="http://schemas.microsoft.com/office/drawing/2014/main" id="{0ACF9EA7-F0B0-13F2-3654-77F3FBBC51C6}"/>
              </a:ext>
            </a:extLst>
          </p:cNvPr>
          <p:cNvSpPr/>
          <p:nvPr/>
        </p:nvSpPr>
        <p:spPr>
          <a:xfrm flipH="1">
            <a:off x="9454570" y="5385506"/>
            <a:ext cx="471129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Graphic 99">
            <a:extLst>
              <a:ext uri="{FF2B5EF4-FFF2-40B4-BE49-F238E27FC236}">
                <a16:creationId xmlns:a16="http://schemas.microsoft.com/office/drawing/2014/main" id="{DB54FBCF-D1DA-40D3-01D6-8949CFA15DFF}"/>
              </a:ext>
            </a:extLst>
          </p:cNvPr>
          <p:cNvSpPr/>
          <p:nvPr/>
        </p:nvSpPr>
        <p:spPr>
          <a:xfrm flipH="1">
            <a:off x="9879433" y="5554821"/>
            <a:ext cx="596789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Graphic 99">
            <a:extLst>
              <a:ext uri="{FF2B5EF4-FFF2-40B4-BE49-F238E27FC236}">
                <a16:creationId xmlns:a16="http://schemas.microsoft.com/office/drawing/2014/main" id="{1C1488A4-E08F-B5B6-2A41-9FFA84247B95}"/>
              </a:ext>
            </a:extLst>
          </p:cNvPr>
          <p:cNvSpPr/>
          <p:nvPr/>
        </p:nvSpPr>
        <p:spPr>
          <a:xfrm flipH="1">
            <a:off x="10506878" y="5718638"/>
            <a:ext cx="663146" cy="128016"/>
          </a:xfrm>
          <a:prstGeom prst="round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D17BE046-6F8E-95CF-D958-B891AF091528}"/>
              </a:ext>
            </a:extLst>
          </p:cNvPr>
          <p:cNvSpPr/>
          <p:nvPr/>
        </p:nvSpPr>
        <p:spPr>
          <a:xfrm>
            <a:off x="11004170" y="5720997"/>
            <a:ext cx="156951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raphic 99">
            <a:extLst>
              <a:ext uri="{FF2B5EF4-FFF2-40B4-BE49-F238E27FC236}">
                <a16:creationId xmlns:a16="http://schemas.microsoft.com/office/drawing/2014/main" id="{3F6F6ABA-7FD7-C9CB-BABC-E371EC17A27A}"/>
              </a:ext>
            </a:extLst>
          </p:cNvPr>
          <p:cNvSpPr/>
          <p:nvPr/>
        </p:nvSpPr>
        <p:spPr>
          <a:xfrm flipH="1">
            <a:off x="11039880" y="6055155"/>
            <a:ext cx="130142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Graphic 99">
            <a:extLst>
              <a:ext uri="{FF2B5EF4-FFF2-40B4-BE49-F238E27FC236}">
                <a16:creationId xmlns:a16="http://schemas.microsoft.com/office/drawing/2014/main" id="{4F90ED85-4179-F878-0EF4-40949244C5BC}"/>
              </a:ext>
            </a:extLst>
          </p:cNvPr>
          <p:cNvSpPr/>
          <p:nvPr/>
        </p:nvSpPr>
        <p:spPr>
          <a:xfrm flipH="1">
            <a:off x="10541855" y="5930626"/>
            <a:ext cx="471129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Graphic 99">
            <a:extLst>
              <a:ext uri="{FF2B5EF4-FFF2-40B4-BE49-F238E27FC236}">
                <a16:creationId xmlns:a16="http://schemas.microsoft.com/office/drawing/2014/main" id="{CCE05F26-89FA-3545-1B33-080B929D0D52}"/>
              </a:ext>
            </a:extLst>
          </p:cNvPr>
          <p:cNvSpPr/>
          <p:nvPr/>
        </p:nvSpPr>
        <p:spPr>
          <a:xfrm flipH="1">
            <a:off x="11170021" y="6216337"/>
            <a:ext cx="756909" cy="128016"/>
          </a:xfrm>
          <a:prstGeom prst="round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Freeform 11">
            <a:extLst>
              <a:ext uri="{FF2B5EF4-FFF2-40B4-BE49-F238E27FC236}">
                <a16:creationId xmlns:a16="http://schemas.microsoft.com/office/drawing/2014/main" id="{3D68E079-B960-C744-ABBF-EE5452CB5748}"/>
              </a:ext>
            </a:extLst>
          </p:cNvPr>
          <p:cNvSpPr/>
          <p:nvPr/>
        </p:nvSpPr>
        <p:spPr>
          <a:xfrm>
            <a:off x="11721211" y="6223246"/>
            <a:ext cx="156951" cy="146304"/>
          </a:xfrm>
          <a:custGeom>
            <a:avLst/>
            <a:gdLst>
              <a:gd name="connsiteX0" fmla="*/ 246332 w 736281"/>
              <a:gd name="connsiteY0" fmla="*/ 0 h 743027"/>
              <a:gd name="connsiteX1" fmla="*/ 356664 w 736281"/>
              <a:gd name="connsiteY1" fmla="*/ 114695 h 743027"/>
              <a:gd name="connsiteX2" fmla="*/ 441439 w 736281"/>
              <a:gd name="connsiteY2" fmla="*/ 170173 h 743027"/>
              <a:gd name="connsiteX3" fmla="*/ 533694 w 736281"/>
              <a:gd name="connsiteY3" fmla="*/ 145239 h 743027"/>
              <a:gd name="connsiteX4" fmla="*/ 689530 w 736281"/>
              <a:gd name="connsiteY4" fmla="*/ 115319 h 743027"/>
              <a:gd name="connsiteX5" fmla="*/ 638416 w 736281"/>
              <a:gd name="connsiteY5" fmla="*/ 290479 h 743027"/>
              <a:gd name="connsiteX6" fmla="*/ 616599 w 736281"/>
              <a:gd name="connsiteY6" fmla="*/ 370267 h 743027"/>
              <a:gd name="connsiteX7" fmla="*/ 636546 w 736281"/>
              <a:gd name="connsiteY7" fmla="*/ 416394 h 743027"/>
              <a:gd name="connsiteX8" fmla="*/ 736281 w 736281"/>
              <a:gd name="connsiteY8" fmla="*/ 572231 h 743027"/>
              <a:gd name="connsiteX9" fmla="*/ 561744 w 736281"/>
              <a:gd name="connsiteY9" fmla="*/ 558517 h 743027"/>
              <a:gd name="connsiteX10" fmla="*/ 496916 w 736281"/>
              <a:gd name="connsiteY10" fmla="*/ 556647 h 743027"/>
              <a:gd name="connsiteX11" fmla="*/ 400298 w 736281"/>
              <a:gd name="connsiteY11" fmla="*/ 630825 h 743027"/>
              <a:gd name="connsiteX12" fmla="*/ 304303 w 736281"/>
              <a:gd name="connsiteY12" fmla="*/ 743027 h 743027"/>
              <a:gd name="connsiteX13" fmla="*/ 246332 w 736281"/>
              <a:gd name="connsiteY13" fmla="*/ 511766 h 743027"/>
              <a:gd name="connsiteX14" fmla="*/ 236359 w 736281"/>
              <a:gd name="connsiteY14" fmla="*/ 493689 h 743027"/>
              <a:gd name="connsiteX15" fmla="*/ 198958 w 736281"/>
              <a:gd name="connsiteY15" fmla="*/ 466885 h 743027"/>
              <a:gd name="connsiteX16" fmla="*/ 26914 w 736281"/>
              <a:gd name="connsiteY16" fmla="*/ 420134 h 743027"/>
              <a:gd name="connsiteX17" fmla="*/ 31278 w 736281"/>
              <a:gd name="connsiteY17" fmla="*/ 380240 h 743027"/>
              <a:gd name="connsiteX18" fmla="*/ 111066 w 736281"/>
              <a:gd name="connsiteY18" fmla="*/ 338476 h 743027"/>
              <a:gd name="connsiteX19" fmla="*/ 194594 w 736281"/>
              <a:gd name="connsiteY19" fmla="*/ 299206 h 743027"/>
              <a:gd name="connsiteX20" fmla="*/ 236359 w 736281"/>
              <a:gd name="connsiteY20" fmla="*/ 246221 h 743027"/>
              <a:gd name="connsiteX21" fmla="*/ 246332 w 736281"/>
              <a:gd name="connsiteY21" fmla="*/ 0 h 74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36281" h="743027">
                <a:moveTo>
                  <a:pt x="246332" y="0"/>
                </a:moveTo>
                <a:cubicBezTo>
                  <a:pt x="265032" y="11844"/>
                  <a:pt x="319886" y="76671"/>
                  <a:pt x="356664" y="114695"/>
                </a:cubicBezTo>
                <a:cubicBezTo>
                  <a:pt x="380351" y="139629"/>
                  <a:pt x="407155" y="165810"/>
                  <a:pt x="441439" y="170173"/>
                </a:cubicBezTo>
                <a:cubicBezTo>
                  <a:pt x="457646" y="172043"/>
                  <a:pt x="516864" y="148356"/>
                  <a:pt x="533694" y="145239"/>
                </a:cubicBezTo>
                <a:cubicBezTo>
                  <a:pt x="602262" y="131526"/>
                  <a:pt x="667090" y="108462"/>
                  <a:pt x="689530" y="115319"/>
                </a:cubicBezTo>
                <a:cubicBezTo>
                  <a:pt x="700751" y="134019"/>
                  <a:pt x="677686" y="213807"/>
                  <a:pt x="638416" y="290479"/>
                </a:cubicBezTo>
                <a:cubicBezTo>
                  <a:pt x="629066" y="309179"/>
                  <a:pt x="614106" y="349697"/>
                  <a:pt x="616599" y="370267"/>
                </a:cubicBezTo>
                <a:cubicBezTo>
                  <a:pt x="618469" y="387097"/>
                  <a:pt x="627819" y="402057"/>
                  <a:pt x="636546" y="416394"/>
                </a:cubicBezTo>
                <a:cubicBezTo>
                  <a:pt x="671453" y="473119"/>
                  <a:pt x="732541" y="537947"/>
                  <a:pt x="736281" y="572231"/>
                </a:cubicBezTo>
                <a:cubicBezTo>
                  <a:pt x="688907" y="569737"/>
                  <a:pt x="619716" y="563504"/>
                  <a:pt x="561744" y="558517"/>
                </a:cubicBezTo>
                <a:cubicBezTo>
                  <a:pt x="543667" y="557270"/>
                  <a:pt x="514370" y="554154"/>
                  <a:pt x="496916" y="556647"/>
                </a:cubicBezTo>
                <a:cubicBezTo>
                  <a:pt x="450789" y="564127"/>
                  <a:pt x="429596" y="594671"/>
                  <a:pt x="400298" y="630825"/>
                </a:cubicBezTo>
                <a:cubicBezTo>
                  <a:pt x="371001" y="666979"/>
                  <a:pt x="336094" y="734300"/>
                  <a:pt x="304303" y="743027"/>
                </a:cubicBezTo>
                <a:cubicBezTo>
                  <a:pt x="283733" y="740534"/>
                  <a:pt x="275006" y="585944"/>
                  <a:pt x="246332" y="511766"/>
                </a:cubicBezTo>
                <a:cubicBezTo>
                  <a:pt x="243839" y="505533"/>
                  <a:pt x="240722" y="499299"/>
                  <a:pt x="236359" y="493689"/>
                </a:cubicBezTo>
                <a:cubicBezTo>
                  <a:pt x="227008" y="481222"/>
                  <a:pt x="213918" y="471872"/>
                  <a:pt x="198958" y="466885"/>
                </a:cubicBezTo>
                <a:cubicBezTo>
                  <a:pt x="136000" y="445692"/>
                  <a:pt x="90496" y="438835"/>
                  <a:pt x="26914" y="420134"/>
                </a:cubicBezTo>
                <a:cubicBezTo>
                  <a:pt x="-29810" y="405798"/>
                  <a:pt x="18811" y="387097"/>
                  <a:pt x="31278" y="380240"/>
                </a:cubicBezTo>
                <a:cubicBezTo>
                  <a:pt x="58705" y="365280"/>
                  <a:pt x="98599" y="344710"/>
                  <a:pt x="111066" y="338476"/>
                </a:cubicBezTo>
                <a:cubicBezTo>
                  <a:pt x="151583" y="317906"/>
                  <a:pt x="154077" y="320399"/>
                  <a:pt x="194594" y="299206"/>
                </a:cubicBezTo>
                <a:cubicBezTo>
                  <a:pt x="218905" y="286739"/>
                  <a:pt x="226385" y="273025"/>
                  <a:pt x="236359" y="246221"/>
                </a:cubicBezTo>
                <a:cubicBezTo>
                  <a:pt x="262539" y="174537"/>
                  <a:pt x="220151" y="20570"/>
                  <a:pt x="246332" y="0"/>
                </a:cubicBezTo>
              </a:path>
            </a:pathLst>
          </a:custGeom>
          <a:solidFill>
            <a:srgbClr val="FF0000"/>
          </a:solidFill>
          <a:ln w="62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Graphic 99">
            <a:extLst>
              <a:ext uri="{FF2B5EF4-FFF2-40B4-BE49-F238E27FC236}">
                <a16:creationId xmlns:a16="http://schemas.microsoft.com/office/drawing/2014/main" id="{DE18B43F-9755-FB18-5DC2-9BF2DB391A83}"/>
              </a:ext>
            </a:extLst>
          </p:cNvPr>
          <p:cNvSpPr/>
          <p:nvPr/>
        </p:nvSpPr>
        <p:spPr>
          <a:xfrm flipH="1">
            <a:off x="11181188" y="6397322"/>
            <a:ext cx="745741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Graphic 99">
            <a:extLst>
              <a:ext uri="{FF2B5EF4-FFF2-40B4-BE49-F238E27FC236}">
                <a16:creationId xmlns:a16="http://schemas.microsoft.com/office/drawing/2014/main" id="{E5F02143-59B6-6FEB-F828-EF8A0B48F5C9}"/>
              </a:ext>
            </a:extLst>
          </p:cNvPr>
          <p:cNvSpPr/>
          <p:nvPr/>
        </p:nvSpPr>
        <p:spPr>
          <a:xfrm flipH="1">
            <a:off x="11181188" y="6577056"/>
            <a:ext cx="745741" cy="12801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raphic 99">
            <a:extLst>
              <a:ext uri="{FF2B5EF4-FFF2-40B4-BE49-F238E27FC236}">
                <a16:creationId xmlns:a16="http://schemas.microsoft.com/office/drawing/2014/main" id="{829146D8-5025-A8D3-68D4-B1074E2B201E}"/>
              </a:ext>
            </a:extLst>
          </p:cNvPr>
          <p:cNvSpPr/>
          <p:nvPr/>
        </p:nvSpPr>
        <p:spPr>
          <a:xfrm flipH="1">
            <a:off x="3937966" y="812398"/>
            <a:ext cx="723573" cy="129600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Graphic 99">
            <a:extLst>
              <a:ext uri="{FF2B5EF4-FFF2-40B4-BE49-F238E27FC236}">
                <a16:creationId xmlns:a16="http://schemas.microsoft.com/office/drawing/2014/main" id="{0E9FDB96-1EE4-C107-63EF-B0FBEEF654BA}"/>
              </a:ext>
            </a:extLst>
          </p:cNvPr>
          <p:cNvSpPr/>
          <p:nvPr/>
        </p:nvSpPr>
        <p:spPr>
          <a:xfrm flipH="1">
            <a:off x="3964594" y="1318974"/>
            <a:ext cx="1047328" cy="128016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Graphic 99">
            <a:extLst>
              <a:ext uri="{FF2B5EF4-FFF2-40B4-BE49-F238E27FC236}">
                <a16:creationId xmlns:a16="http://schemas.microsoft.com/office/drawing/2014/main" id="{FBD66A67-CEA1-1301-0127-36539245C2F1}"/>
              </a:ext>
            </a:extLst>
          </p:cNvPr>
          <p:cNvSpPr/>
          <p:nvPr/>
        </p:nvSpPr>
        <p:spPr>
          <a:xfrm flipH="1">
            <a:off x="3216400" y="1625912"/>
            <a:ext cx="1795521" cy="134792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Graphic 99">
            <a:extLst>
              <a:ext uri="{FF2B5EF4-FFF2-40B4-BE49-F238E27FC236}">
                <a16:creationId xmlns:a16="http://schemas.microsoft.com/office/drawing/2014/main" id="{F65AEEE1-DBF6-ECF7-F2BD-7A91F5F5AA04}"/>
              </a:ext>
            </a:extLst>
          </p:cNvPr>
          <p:cNvSpPr/>
          <p:nvPr/>
        </p:nvSpPr>
        <p:spPr>
          <a:xfrm flipH="1">
            <a:off x="4466012" y="2521172"/>
            <a:ext cx="2398375" cy="118557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Graphic 99">
            <a:extLst>
              <a:ext uri="{FF2B5EF4-FFF2-40B4-BE49-F238E27FC236}">
                <a16:creationId xmlns:a16="http://schemas.microsoft.com/office/drawing/2014/main" id="{35B25871-E310-744B-90A0-2972F6BE3A62}"/>
              </a:ext>
            </a:extLst>
          </p:cNvPr>
          <p:cNvSpPr/>
          <p:nvPr/>
        </p:nvSpPr>
        <p:spPr>
          <a:xfrm flipH="1">
            <a:off x="5024571" y="2681373"/>
            <a:ext cx="2563005" cy="126439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Graphic 99">
            <a:extLst>
              <a:ext uri="{FF2B5EF4-FFF2-40B4-BE49-F238E27FC236}">
                <a16:creationId xmlns:a16="http://schemas.microsoft.com/office/drawing/2014/main" id="{F2F833B1-5D4B-ADD4-F9BB-EDB10A530A7C}"/>
              </a:ext>
            </a:extLst>
          </p:cNvPr>
          <p:cNvSpPr/>
          <p:nvPr/>
        </p:nvSpPr>
        <p:spPr>
          <a:xfrm flipH="1">
            <a:off x="5395964" y="2863166"/>
            <a:ext cx="2191611" cy="117064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Graphic 99">
            <a:extLst>
              <a:ext uri="{FF2B5EF4-FFF2-40B4-BE49-F238E27FC236}">
                <a16:creationId xmlns:a16="http://schemas.microsoft.com/office/drawing/2014/main" id="{620E7D95-195E-938E-D037-01AA7E1C5A2D}"/>
              </a:ext>
            </a:extLst>
          </p:cNvPr>
          <p:cNvSpPr/>
          <p:nvPr/>
        </p:nvSpPr>
        <p:spPr>
          <a:xfrm flipH="1">
            <a:off x="5414991" y="3042297"/>
            <a:ext cx="2146695" cy="104536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raphic 99">
            <a:extLst>
              <a:ext uri="{FF2B5EF4-FFF2-40B4-BE49-F238E27FC236}">
                <a16:creationId xmlns:a16="http://schemas.microsoft.com/office/drawing/2014/main" id="{D255C3C6-DFAE-9685-9A92-C90DD83B3E80}"/>
              </a:ext>
            </a:extLst>
          </p:cNvPr>
          <p:cNvSpPr/>
          <p:nvPr/>
        </p:nvSpPr>
        <p:spPr>
          <a:xfrm flipH="1">
            <a:off x="5426349" y="2358458"/>
            <a:ext cx="2161235" cy="121334"/>
          </a:xfrm>
          <a:prstGeom prst="roundRect">
            <a:avLst/>
          </a:prstGeom>
          <a:pattFill prst="ltUpDiag">
            <a:fgClr>
              <a:srgbClr val="A52323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24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Graphic 99">
            <a:extLst>
              <a:ext uri="{FF2B5EF4-FFF2-40B4-BE49-F238E27FC236}">
                <a16:creationId xmlns:a16="http://schemas.microsoft.com/office/drawing/2014/main" id="{FE8CC6EB-BFA6-0011-5877-5A6FDF7149DC}"/>
              </a:ext>
            </a:extLst>
          </p:cNvPr>
          <p:cNvSpPr/>
          <p:nvPr/>
        </p:nvSpPr>
        <p:spPr>
          <a:xfrm flipH="1">
            <a:off x="6497105" y="3727222"/>
            <a:ext cx="1777309" cy="103394"/>
          </a:xfrm>
          <a:prstGeom prst="round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raphic 99">
            <a:extLst>
              <a:ext uri="{FF2B5EF4-FFF2-40B4-BE49-F238E27FC236}">
                <a16:creationId xmlns:a16="http://schemas.microsoft.com/office/drawing/2014/main" id="{5719438E-F54A-FD6E-F3F2-F10DD5827280}"/>
              </a:ext>
            </a:extLst>
          </p:cNvPr>
          <p:cNvSpPr/>
          <p:nvPr/>
        </p:nvSpPr>
        <p:spPr>
          <a:xfrm flipH="1">
            <a:off x="6497105" y="3902075"/>
            <a:ext cx="1777305" cy="133497"/>
          </a:xfrm>
          <a:prstGeom prst="round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raphic 99">
            <a:extLst>
              <a:ext uri="{FF2B5EF4-FFF2-40B4-BE49-F238E27FC236}">
                <a16:creationId xmlns:a16="http://schemas.microsoft.com/office/drawing/2014/main" id="{69D8AE9A-79A7-A040-81B1-DAEACB2590B4}"/>
              </a:ext>
            </a:extLst>
          </p:cNvPr>
          <p:cNvSpPr/>
          <p:nvPr/>
        </p:nvSpPr>
        <p:spPr>
          <a:xfrm flipH="1">
            <a:off x="7073412" y="4199385"/>
            <a:ext cx="1200987" cy="116565"/>
          </a:xfrm>
          <a:prstGeom prst="round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raphic 99">
            <a:extLst>
              <a:ext uri="{FF2B5EF4-FFF2-40B4-BE49-F238E27FC236}">
                <a16:creationId xmlns:a16="http://schemas.microsoft.com/office/drawing/2014/main" id="{F60B47C5-9D6A-9E18-9A37-D5C98990FD6C}"/>
              </a:ext>
            </a:extLst>
          </p:cNvPr>
          <p:cNvSpPr/>
          <p:nvPr/>
        </p:nvSpPr>
        <p:spPr>
          <a:xfrm flipH="1">
            <a:off x="7968343" y="4393850"/>
            <a:ext cx="306048" cy="103505"/>
          </a:xfrm>
          <a:prstGeom prst="round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raphic 99">
            <a:extLst>
              <a:ext uri="{FF2B5EF4-FFF2-40B4-BE49-F238E27FC236}">
                <a16:creationId xmlns:a16="http://schemas.microsoft.com/office/drawing/2014/main" id="{8583A54F-7B3E-DABC-C442-64BB0552EBD3}"/>
              </a:ext>
            </a:extLst>
          </p:cNvPr>
          <p:cNvSpPr/>
          <p:nvPr/>
        </p:nvSpPr>
        <p:spPr>
          <a:xfrm flipH="1">
            <a:off x="7544539" y="3196341"/>
            <a:ext cx="729876" cy="145794"/>
          </a:xfrm>
          <a:prstGeom prst="round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raphic 99">
            <a:extLst>
              <a:ext uri="{FF2B5EF4-FFF2-40B4-BE49-F238E27FC236}">
                <a16:creationId xmlns:a16="http://schemas.microsoft.com/office/drawing/2014/main" id="{67FBFAEC-A71F-2EDB-1E58-D41B00500741}"/>
              </a:ext>
            </a:extLst>
          </p:cNvPr>
          <p:cNvSpPr/>
          <p:nvPr/>
        </p:nvSpPr>
        <p:spPr>
          <a:xfrm flipH="1">
            <a:off x="9615361" y="5383992"/>
            <a:ext cx="310337" cy="129529"/>
          </a:xfrm>
          <a:prstGeom prst="round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raphic 99">
            <a:extLst>
              <a:ext uri="{FF2B5EF4-FFF2-40B4-BE49-F238E27FC236}">
                <a16:creationId xmlns:a16="http://schemas.microsoft.com/office/drawing/2014/main" id="{E0B0646A-8CAF-9AA7-27E5-2D18ED0174E3}"/>
              </a:ext>
            </a:extLst>
          </p:cNvPr>
          <p:cNvSpPr/>
          <p:nvPr/>
        </p:nvSpPr>
        <p:spPr>
          <a:xfrm flipH="1">
            <a:off x="7561686" y="4557126"/>
            <a:ext cx="729874" cy="132842"/>
          </a:xfrm>
          <a:prstGeom prst="roundRect">
            <a:avLst/>
          </a:prstGeom>
          <a:pattFill prst="ltUpDiag">
            <a:fgClr>
              <a:srgbClr val="ED5920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raphic 99">
            <a:extLst>
              <a:ext uri="{FF2B5EF4-FFF2-40B4-BE49-F238E27FC236}">
                <a16:creationId xmlns:a16="http://schemas.microsoft.com/office/drawing/2014/main" id="{3B3E3F0D-3B73-2D8F-69D2-7F854CE750EC}"/>
              </a:ext>
            </a:extLst>
          </p:cNvPr>
          <p:cNvSpPr/>
          <p:nvPr/>
        </p:nvSpPr>
        <p:spPr>
          <a:xfrm flipH="1">
            <a:off x="4971909" y="3356920"/>
            <a:ext cx="1525196" cy="108645"/>
          </a:xfrm>
          <a:prstGeom prst="roundRect">
            <a:avLst/>
          </a:prstGeom>
          <a:pattFill prst="ltUpDiag">
            <a:fgClr>
              <a:schemeClr val="accent5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raphic 99">
            <a:extLst>
              <a:ext uri="{FF2B5EF4-FFF2-40B4-BE49-F238E27FC236}">
                <a16:creationId xmlns:a16="http://schemas.microsoft.com/office/drawing/2014/main" id="{7904A919-48C1-3CAF-FE7C-A3526A4446BC}"/>
              </a:ext>
            </a:extLst>
          </p:cNvPr>
          <p:cNvSpPr/>
          <p:nvPr/>
        </p:nvSpPr>
        <p:spPr>
          <a:xfrm flipH="1">
            <a:off x="5400339" y="3548941"/>
            <a:ext cx="2874077" cy="127198"/>
          </a:xfrm>
          <a:prstGeom prst="roundRect">
            <a:avLst/>
          </a:prstGeom>
          <a:pattFill prst="ltUpDiag">
            <a:fgClr>
              <a:schemeClr val="accent5"/>
            </a:fgClr>
            <a:bgClr>
              <a:schemeClr val="bg1"/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914424">
              <a:spcBef>
                <a:spcPts val="601"/>
              </a:spcBef>
            </a:pPr>
            <a:endParaRPr lang="en-US" sz="900" dirty="0">
              <a:solidFill>
                <a:schemeClr val="bg1"/>
              </a:solidFill>
              <a:highlight>
                <a:srgbClr val="FF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1" name="Table 5">
            <a:extLst>
              <a:ext uri="{FF2B5EF4-FFF2-40B4-BE49-F238E27FC236}">
                <a16:creationId xmlns:a16="http://schemas.microsoft.com/office/drawing/2014/main" id="{1E28C1CE-7815-91C2-22DE-607DD2A0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92862"/>
              </p:ext>
            </p:extLst>
          </p:nvPr>
        </p:nvGraphicFramePr>
        <p:xfrm>
          <a:off x="6439711" y="213032"/>
          <a:ext cx="5487219" cy="26680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62212">
                  <a:extLst>
                    <a:ext uri="{9D8B030D-6E8A-4147-A177-3AD203B41FA5}">
                      <a16:colId xmlns:a16="http://schemas.microsoft.com/office/drawing/2014/main" val="1711494255"/>
                    </a:ext>
                  </a:extLst>
                </a:gridCol>
                <a:gridCol w="828665">
                  <a:extLst>
                    <a:ext uri="{9D8B030D-6E8A-4147-A177-3AD203B41FA5}">
                      <a16:colId xmlns:a16="http://schemas.microsoft.com/office/drawing/2014/main" val="1721458715"/>
                    </a:ext>
                  </a:extLst>
                </a:gridCol>
                <a:gridCol w="355330">
                  <a:extLst>
                    <a:ext uri="{9D8B030D-6E8A-4147-A177-3AD203B41FA5}">
                      <a16:colId xmlns:a16="http://schemas.microsoft.com/office/drawing/2014/main" val="2409581787"/>
                    </a:ext>
                  </a:extLst>
                </a:gridCol>
                <a:gridCol w="756767">
                  <a:extLst>
                    <a:ext uri="{9D8B030D-6E8A-4147-A177-3AD203B41FA5}">
                      <a16:colId xmlns:a16="http://schemas.microsoft.com/office/drawing/2014/main" val="1992320413"/>
                    </a:ext>
                  </a:extLst>
                </a:gridCol>
                <a:gridCol w="297183">
                  <a:extLst>
                    <a:ext uri="{9D8B030D-6E8A-4147-A177-3AD203B41FA5}">
                      <a16:colId xmlns:a16="http://schemas.microsoft.com/office/drawing/2014/main" val="3682729970"/>
                    </a:ext>
                  </a:extLst>
                </a:gridCol>
                <a:gridCol w="741399">
                  <a:extLst>
                    <a:ext uri="{9D8B030D-6E8A-4147-A177-3AD203B41FA5}">
                      <a16:colId xmlns:a16="http://schemas.microsoft.com/office/drawing/2014/main" val="228313901"/>
                    </a:ext>
                  </a:extLst>
                </a:gridCol>
                <a:gridCol w="297183">
                  <a:extLst>
                    <a:ext uri="{9D8B030D-6E8A-4147-A177-3AD203B41FA5}">
                      <a16:colId xmlns:a16="http://schemas.microsoft.com/office/drawing/2014/main" val="3781661384"/>
                    </a:ext>
                  </a:extLst>
                </a:gridCol>
                <a:gridCol w="741399">
                  <a:extLst>
                    <a:ext uri="{9D8B030D-6E8A-4147-A177-3AD203B41FA5}">
                      <a16:colId xmlns:a16="http://schemas.microsoft.com/office/drawing/2014/main" val="3716517907"/>
                    </a:ext>
                  </a:extLst>
                </a:gridCol>
                <a:gridCol w="365682">
                  <a:extLst>
                    <a:ext uri="{9D8B030D-6E8A-4147-A177-3AD203B41FA5}">
                      <a16:colId xmlns:a16="http://schemas.microsoft.com/office/drawing/2014/main" val="2568794421"/>
                    </a:ext>
                  </a:extLst>
                </a:gridCol>
                <a:gridCol w="741399">
                  <a:extLst>
                    <a:ext uri="{9D8B030D-6E8A-4147-A177-3AD203B41FA5}">
                      <a16:colId xmlns:a16="http://schemas.microsoft.com/office/drawing/2014/main" val="471643470"/>
                    </a:ext>
                  </a:extLst>
                </a:gridCol>
              </a:tblGrid>
              <a:tr h="2668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ebdings"/>
                          <a:ea typeface="+mn-ea"/>
                          <a:cs typeface="+mn-cs"/>
                          <a:sym typeface="Webdings"/>
                        </a:rPr>
                        <a:t>n</a:t>
                      </a:r>
                      <a:endParaRPr lang="en-US" sz="1000" dirty="0">
                        <a:solidFill>
                          <a:schemeClr val="tx1"/>
                        </a:solidFill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F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00B0F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00B05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00B05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On-Track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E18719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E18719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At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noProof="0" dirty="0">
                          <a:solidFill>
                            <a:srgbClr val="C00000"/>
                          </a:solidFill>
                          <a:effectLst/>
                          <a:latin typeface="Webdings"/>
                          <a:sym typeface="Webdings"/>
                        </a:rPr>
                        <a:t>n</a:t>
                      </a:r>
                      <a:endParaRPr lang="en-US" sz="1000" baseline="0" dirty="0">
                        <a:solidFill>
                          <a:srgbClr val="C00000"/>
                        </a:solidFill>
                        <a:latin typeface="Webdings"/>
                        <a:sym typeface="Webding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Webdings"/>
                        </a:rPr>
                        <a:t>Off-Track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27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74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A87D-FA2E-98C0-9DED-DDB67DD2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68921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 1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Agenda 1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Pag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Divider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ustom Desig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THANK YOU SLID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D5920"/>
      </a:accent1>
      <a:accent2>
        <a:srgbClr val="3E8DE0"/>
      </a:accent2>
      <a:accent3>
        <a:srgbClr val="004F99"/>
      </a:accent3>
      <a:accent4>
        <a:srgbClr val="FF7734"/>
      </a:accent4>
      <a:accent5>
        <a:srgbClr val="EF9337"/>
      </a:accent5>
      <a:accent6>
        <a:srgbClr val="ED5920"/>
      </a:accent6>
      <a:hlink>
        <a:srgbClr val="FF7734"/>
      </a:hlink>
      <a:folHlink>
        <a:srgbClr val="3E8DE0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C05360179E8C47A5EAB0B10EFD8F33" ma:contentTypeVersion="7" ma:contentTypeDescription="Create a new document." ma:contentTypeScope="" ma:versionID="a0d8c7e0c5c9852be8bce7aaad801b93">
  <xsd:schema xmlns:xsd="http://www.w3.org/2001/XMLSchema" xmlns:xs="http://www.w3.org/2001/XMLSchema" xmlns:p="http://schemas.microsoft.com/office/2006/metadata/properties" xmlns:ns2="09dca4bd-b14e-4d72-97d2-87e4e41f7186" targetNamespace="http://schemas.microsoft.com/office/2006/metadata/properties" ma:root="true" ma:fieldsID="2dbe5317e633578ac390d69c09f803fd" ns2:_="">
    <xsd:import namespace="09dca4bd-b14e-4d72-97d2-87e4e41f7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ca4bd-b14e-4d72-97d2-87e4e41f7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6DE621-B7C0-4271-9A9F-4AFA08921229}">
  <ds:schemaRefs>
    <ds:schemaRef ds:uri="http://schemas.microsoft.com/office/2006/metadata/properties"/>
    <ds:schemaRef ds:uri="http://schemas.microsoft.com/office/infopath/2007/PartnerControls"/>
    <ds:schemaRef ds:uri="8cee5670-889e-4341-900c-db03788834a7"/>
    <ds:schemaRef ds:uri="79dee309-6d50-45f9-9616-781328d79662"/>
  </ds:schemaRefs>
</ds:datastoreItem>
</file>

<file path=customXml/itemProps2.xml><?xml version="1.0" encoding="utf-8"?>
<ds:datastoreItem xmlns:ds="http://schemas.openxmlformats.org/officeDocument/2006/customXml" ds:itemID="{D02206BA-01F6-4CC8-8450-07E6D5F6F9BE}"/>
</file>

<file path=customXml/itemProps3.xml><?xml version="1.0" encoding="utf-8"?>
<ds:datastoreItem xmlns:ds="http://schemas.openxmlformats.org/officeDocument/2006/customXml" ds:itemID="{7D7024A1-4C5A-41ED-A34A-5CF3CB01E4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446</Words>
  <Application>Microsoft Office PowerPoint</Application>
  <PresentationFormat>Widescreen</PresentationFormat>
  <Paragraphs>233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COVER PAGE 1</vt:lpstr>
      <vt:lpstr>2_Agenda 1</vt:lpstr>
      <vt:lpstr>Title Page</vt:lpstr>
      <vt:lpstr>1_Divider Slide 2</vt:lpstr>
      <vt:lpstr>1_Custom Design</vt:lpstr>
      <vt:lpstr>1_THANK YOU SLIDE</vt:lpstr>
      <vt:lpstr>&lt;CUSTOMER NAME&gt;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Pranavkumar Nimgade</dc:creator>
  <cp:lastModifiedBy>Laique Shaikh</cp:lastModifiedBy>
  <cp:revision>73</cp:revision>
  <dcterms:created xsi:type="dcterms:W3CDTF">2024-08-26T10:39:55Z</dcterms:created>
  <dcterms:modified xsi:type="dcterms:W3CDTF">2025-11-24T09:39:21Z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0x0101007EC05360179E8C47A5EAB0B10EFD8F33</vt:lpwstr>
  </property>
  <property fmtid="{D5CDD505-2E9C-101B-9397-08002B2CF9AE}" pid="3" name="MediaServiceImageTags">
    <vt:lpwstr/>
  </property>
</Properties>
</file>